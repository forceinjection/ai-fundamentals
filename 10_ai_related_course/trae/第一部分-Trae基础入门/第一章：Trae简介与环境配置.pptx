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00503030000020004" pitchFamily="2" charset="0"/>
      <p:regular r:id="rId15"/>
    </p:embeddedFont>
    <p:embeddedFont>
      <p:font typeface="MiSans"/>
      <p:regular r:id="rId1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19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574289311789a68bb8db10d275c6940ff75fe4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444" r="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385763"/>
            <a:ext cx="1466850" cy="428625"/>
          </a:xfrm>
          <a:custGeom>
            <a:avLst/>
            <a:gdLst/>
            <a:ahLst/>
            <a:cxnLst/>
            <a:rect l="l" t="t" r="r" b="b"/>
            <a:pathLst>
              <a:path w="1466850" h="428625">
                <a:moveTo>
                  <a:pt x="76201" y="0"/>
                </a:moveTo>
                <a:lnTo>
                  <a:pt x="1390649" y="0"/>
                </a:lnTo>
                <a:cubicBezTo>
                  <a:pt x="1432734" y="0"/>
                  <a:pt x="1466850" y="34116"/>
                  <a:pt x="1466850" y="76201"/>
                </a:cubicBezTo>
                <a:lnTo>
                  <a:pt x="1466850" y="352424"/>
                </a:lnTo>
                <a:cubicBezTo>
                  <a:pt x="1466850" y="394509"/>
                  <a:pt x="1432734" y="428625"/>
                  <a:pt x="1390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81025" y="476250"/>
            <a:ext cx="115803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477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Trae简介与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环境配置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99085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81000" y="3352800"/>
            <a:ext cx="11572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AI-Native开发工具入门指南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6210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81050" y="619125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 IDE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35014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463626" y="6210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849389" y="619125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63963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306863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678338" y="61912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从0到1实战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7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710" y="17145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383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学习目标与路径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19300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明确本章学习目标，掌握完整的学习路径和预期成果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37160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67450" y="137160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151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642422" y="17145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0" y="16383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Trae核心理念与特性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0" y="2019300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深入理解AI-Native架构、SOLO模式和Agent机制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49575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00050" y="3149575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47700" y="3378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3981" y="34924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416275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环境安装与配置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797275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系统要求、下载安装、MCP环境配置详细指南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3149575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267450" y="3149575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515100" y="3378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41529" y="34924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0" y="3416275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界面操作指南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3797275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界面布局解析、核心快捷键、Markdown预览功能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92755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00050" y="492755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7700" y="5156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75618" y="5270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519425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动手实践：番茄钟应用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5575250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通过SOLO模式从零构建完整的Web应用项目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492755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67350" y="0"/>
                </a:lnTo>
                <a:cubicBezTo>
                  <a:pt x="5509434" y="0"/>
                  <a:pt x="5543550" y="34116"/>
                  <a:pt x="5543550" y="76200"/>
                </a:cubicBezTo>
                <a:lnTo>
                  <a:pt x="5543550" y="1476375"/>
                </a:lnTo>
                <a:cubicBezTo>
                  <a:pt x="5543550" y="1518459"/>
                  <a:pt x="5509434" y="1552575"/>
                  <a:pt x="5467350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267450" y="492755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515100" y="5156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40488" y="5270450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39000" y="519425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个性化配置与FAQ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39000" y="5575250"/>
            <a:ext cx="441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隐私模式、模型选择、Skills配置及常见问题解答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学习目标与预期成果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完成本章学习后，你将具备完整的AI-Native开发能力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957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81050" y="1371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833563"/>
            <a:ext cx="5591175" cy="695325"/>
          </a:xfrm>
          <a:custGeom>
            <a:avLst/>
            <a:gdLst/>
            <a:ahLst/>
            <a:cxnLst/>
            <a:rect l="l" t="t" r="r" b="b"/>
            <a:pathLst>
              <a:path w="5591175" h="69532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619124"/>
                </a:lnTo>
                <a:cubicBezTo>
                  <a:pt x="5591175" y="661209"/>
                  <a:pt x="5557059" y="695325"/>
                  <a:pt x="5514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28638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33438" y="1952625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理解核心理念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438" y="2219325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掌握AI-Native设计哲学和SOLO模式的独特优势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652713"/>
            <a:ext cx="5591175" cy="695325"/>
          </a:xfrm>
          <a:custGeom>
            <a:avLst/>
            <a:gdLst/>
            <a:ahLst/>
            <a:cxnLst/>
            <a:rect l="l" t="t" r="r" b="b"/>
            <a:pathLst>
              <a:path w="5591175" h="69532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619124"/>
                </a:lnTo>
                <a:cubicBezTo>
                  <a:pt x="5591175" y="661209"/>
                  <a:pt x="5557059" y="695325"/>
                  <a:pt x="5514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28638" y="2790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438" y="2771775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完成环境配置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438" y="3038475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成功安装Trae IDE并配置MCP和运行时环境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471863"/>
            <a:ext cx="5591175" cy="695325"/>
          </a:xfrm>
          <a:custGeom>
            <a:avLst/>
            <a:gdLst/>
            <a:ahLst/>
            <a:cxnLst/>
            <a:rect l="l" t="t" r="r" b="b"/>
            <a:pathLst>
              <a:path w="5591175" h="69532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619124"/>
                </a:lnTo>
                <a:cubicBezTo>
                  <a:pt x="5591175" y="661209"/>
                  <a:pt x="5557059" y="695325"/>
                  <a:pt x="5514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28638" y="3609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3438" y="3590925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熟悉界面操作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438" y="3857625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掌握CUE上下文引擎及核心快捷键的使用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291013"/>
            <a:ext cx="5591175" cy="695325"/>
          </a:xfrm>
          <a:custGeom>
            <a:avLst/>
            <a:gdLst/>
            <a:ahLst/>
            <a:cxnLst/>
            <a:rect l="l" t="t" r="r" b="b"/>
            <a:pathLst>
              <a:path w="5591175" h="69532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619124"/>
                </a:lnTo>
                <a:cubicBezTo>
                  <a:pt x="5591175" y="661209"/>
                  <a:pt x="5557059" y="695325"/>
                  <a:pt x="5514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28638" y="4429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3438" y="441007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个性化配置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438" y="467677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完成模型、隐私模式和快捷键的个性化设置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0525" y="5114925"/>
            <a:ext cx="5581650" cy="704850"/>
          </a:xfrm>
          <a:custGeom>
            <a:avLst/>
            <a:gdLst/>
            <a:ahLst/>
            <a:cxnLst/>
            <a:rect l="l" t="t" r="r" b="b"/>
            <a:pathLst>
              <a:path w="5581650" h="704850">
                <a:moveTo>
                  <a:pt x="76201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628649"/>
                </a:lnTo>
                <a:cubicBezTo>
                  <a:pt x="5581650" y="670734"/>
                  <a:pt x="5547534" y="704850"/>
                  <a:pt x="5505449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5400">
            <a:solidFill>
              <a:srgbClr val="5E8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27447" y="5257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2963" y="52387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动手实践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2963" y="5505450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通过SOLO模式从零构建第一个Web应用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887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10350" y="13716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预期学习成果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1833563"/>
            <a:ext cx="5591175" cy="3743325"/>
          </a:xfrm>
          <a:custGeom>
            <a:avLst/>
            <a:gdLst/>
            <a:ahLst/>
            <a:cxnLst/>
            <a:rect l="l" t="t" r="r" b="b"/>
            <a:pathLst>
              <a:path w="5591175" h="3743325">
                <a:moveTo>
                  <a:pt x="114284" y="0"/>
                </a:moveTo>
                <a:lnTo>
                  <a:pt x="5476891" y="0"/>
                </a:lnTo>
                <a:cubicBezTo>
                  <a:pt x="5540008" y="0"/>
                  <a:pt x="5591175" y="51167"/>
                  <a:pt x="5591175" y="114284"/>
                </a:cubicBezTo>
                <a:lnTo>
                  <a:pt x="5591175" y="3629041"/>
                </a:lnTo>
                <a:cubicBezTo>
                  <a:pt x="5591175" y="3692158"/>
                  <a:pt x="5540008" y="3743325"/>
                  <a:pt x="54768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10325" y="20288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完成本章后，你的开发环境将具备：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325" y="2409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506766" y="2495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29425" y="2447925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最新版Trae IDE（支持SOLO模式）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0325" y="2828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506766" y="2914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29425" y="286702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正确配置的Node.js和Python环境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0325" y="3248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506766" y="3333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829425" y="3286125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熟悉Builder与Chat的协作流程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0325" y="3667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506766" y="3752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829425" y="3705225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掌握/plan和/spec等高效指令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0325" y="4086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506766" y="4171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829425" y="4138613"/>
            <a:ext cx="2219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已完成并运行的第一个Trae项目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5063" y="5738813"/>
            <a:ext cx="5591175" cy="733425"/>
          </a:xfrm>
          <a:custGeom>
            <a:avLst/>
            <a:gdLst/>
            <a:ahLst/>
            <a:cxnLst/>
            <a:rect l="l" t="t" r="r" b="b"/>
            <a:pathLst>
              <a:path w="5591175" h="733425">
                <a:moveTo>
                  <a:pt x="76203" y="0"/>
                </a:moveTo>
                <a:lnTo>
                  <a:pt x="5514972" y="0"/>
                </a:lnTo>
                <a:cubicBezTo>
                  <a:pt x="5557030" y="0"/>
                  <a:pt x="5591175" y="34145"/>
                  <a:pt x="5591175" y="76203"/>
                </a:cubicBezTo>
                <a:lnTo>
                  <a:pt x="5591175" y="657222"/>
                </a:lnTo>
                <a:cubicBezTo>
                  <a:pt x="5591175" y="699280"/>
                  <a:pt x="5557030" y="733425"/>
                  <a:pt x="55149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396038" y="6010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724650" y="5895975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学习路径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24650" y="6124575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理解理念 → 安装配置 → 界面操作 → 动手实践 → 个性化设置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什么是Trae？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字节跳动推出的AI-Native集成开发环境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6715125" cy="1381125"/>
          </a:xfrm>
          <a:custGeom>
            <a:avLst/>
            <a:gdLst/>
            <a:ahLst/>
            <a:cxnLst/>
            <a:rect l="l" t="t" r="r" b="b"/>
            <a:pathLst>
              <a:path w="6715125" h="1381125">
                <a:moveTo>
                  <a:pt x="114302" y="0"/>
                </a:moveTo>
                <a:lnTo>
                  <a:pt x="6600823" y="0"/>
                </a:lnTo>
                <a:cubicBezTo>
                  <a:pt x="6663950" y="0"/>
                  <a:pt x="6715125" y="51175"/>
                  <a:pt x="6715125" y="114302"/>
                </a:cubicBezTo>
                <a:lnTo>
                  <a:pt x="6715125" y="1266823"/>
                </a:lnTo>
                <a:cubicBezTo>
                  <a:pt x="6715125" y="1329950"/>
                  <a:pt x="6663950" y="1381125"/>
                  <a:pt x="660082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91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2950" y="17621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04925" y="1609725"/>
            <a:ext cx="567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 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2028825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Trae是字节跳动推出的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AI原生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集成开发环境。与传统IDE将AI作为辅助插件不同，Trae从设计之初就将AI作为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核心驱动力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，实现从"辅助驾驶"到"自动驾驶"的跨越。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957513"/>
            <a:ext cx="3276600" cy="1514475"/>
          </a:xfrm>
          <a:custGeom>
            <a:avLst/>
            <a:gdLst/>
            <a:ahLst/>
            <a:cxnLst/>
            <a:rect l="l" t="t" r="r" b="b"/>
            <a:pathLst>
              <a:path w="3276600" h="1514475">
                <a:moveTo>
                  <a:pt x="114297" y="0"/>
                </a:moveTo>
                <a:lnTo>
                  <a:pt x="3162303" y="0"/>
                </a:lnTo>
                <a:cubicBezTo>
                  <a:pt x="3225385" y="0"/>
                  <a:pt x="3276600" y="51215"/>
                  <a:pt x="3276600" y="114297"/>
                </a:cubicBezTo>
                <a:lnTo>
                  <a:pt x="3276600" y="1400178"/>
                </a:lnTo>
                <a:cubicBezTo>
                  <a:pt x="3276600" y="1463260"/>
                  <a:pt x="3225385" y="1514475"/>
                  <a:pt x="316230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04838" y="3190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33450" y="31527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自主代理能力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533775"/>
            <a:ext cx="2962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具备Autonomous Agent能力，能像真实工程师一样理解需求、拆解任务、自主规划、编写代码、执行命令并修正错误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2957513"/>
            <a:ext cx="3276600" cy="1514475"/>
          </a:xfrm>
          <a:custGeom>
            <a:avLst/>
            <a:gdLst/>
            <a:ahLst/>
            <a:cxnLst/>
            <a:rect l="l" t="t" r="r" b="b"/>
            <a:pathLst>
              <a:path w="3276600" h="1514475">
                <a:moveTo>
                  <a:pt x="114297" y="0"/>
                </a:moveTo>
                <a:lnTo>
                  <a:pt x="3162303" y="0"/>
                </a:lnTo>
                <a:cubicBezTo>
                  <a:pt x="3225385" y="0"/>
                  <a:pt x="3276600" y="51215"/>
                  <a:pt x="3276600" y="114297"/>
                </a:cubicBezTo>
                <a:lnTo>
                  <a:pt x="3276600" y="1400178"/>
                </a:lnTo>
                <a:cubicBezTo>
                  <a:pt x="3276600" y="1463260"/>
                  <a:pt x="3225385" y="1514475"/>
                  <a:pt x="3162303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041428" y="3190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370040" y="3152775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7615" y="3533775"/>
            <a:ext cx="29622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独创的SOLO模式让AI能够独立完成复杂开发任务，开发者只需扮演"Reviewer"角色，大幅减少重复劳动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4672013"/>
            <a:ext cx="6715125" cy="1724025"/>
          </a:xfrm>
          <a:custGeom>
            <a:avLst/>
            <a:gdLst/>
            <a:ahLst/>
            <a:cxnLst/>
            <a:rect l="l" t="t" r="r" b="b"/>
            <a:pathLst>
              <a:path w="6715125" h="1724025">
                <a:moveTo>
                  <a:pt x="114303" y="0"/>
                </a:moveTo>
                <a:lnTo>
                  <a:pt x="6600822" y="0"/>
                </a:lnTo>
                <a:cubicBezTo>
                  <a:pt x="6663908" y="0"/>
                  <a:pt x="6715125" y="51217"/>
                  <a:pt x="6715125" y="114303"/>
                </a:cubicBezTo>
                <a:lnTo>
                  <a:pt x="6715125" y="1609722"/>
                </a:lnTo>
                <a:cubicBezTo>
                  <a:pt x="6715125" y="1672808"/>
                  <a:pt x="6663908" y="1724025"/>
                  <a:pt x="66008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04838" y="4905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3450" y="48672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与传统IDE的核心区别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1025" y="524827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传统IDE + AI插件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2456" y="55911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57150"/>
                </a:moveTo>
                <a:cubicBezTo>
                  <a:pt x="0" y="53199"/>
                  <a:pt x="3192" y="50006"/>
                  <a:pt x="7144" y="50006"/>
                </a:cubicBezTo>
                <a:lnTo>
                  <a:pt x="92869" y="50006"/>
                </a:lnTo>
                <a:cubicBezTo>
                  <a:pt x="96820" y="50006"/>
                  <a:pt x="100013" y="53199"/>
                  <a:pt x="100013" y="57150"/>
                </a:cubicBezTo>
                <a:cubicBezTo>
                  <a:pt x="100013" y="61101"/>
                  <a:pt x="96820" y="64294"/>
                  <a:pt x="92869" y="64294"/>
                </a:cubicBezTo>
                <a:lnTo>
                  <a:pt x="7144" y="64294"/>
                </a:lnTo>
                <a:cubicBezTo>
                  <a:pt x="3192" y="64294"/>
                  <a:pt x="0" y="61101"/>
                  <a:pt x="0" y="57150"/>
                </a:cubicBezTo>
                <a:close/>
              </a:path>
            </a:pathLst>
          </a:custGeom>
          <a:solidFill>
            <a:srgbClr val="8D99AE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23900" y="55530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AI作为外部工具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2456" y="58197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57150"/>
                </a:moveTo>
                <a:cubicBezTo>
                  <a:pt x="0" y="53199"/>
                  <a:pt x="3192" y="50006"/>
                  <a:pt x="7144" y="50006"/>
                </a:cubicBezTo>
                <a:lnTo>
                  <a:pt x="92869" y="50006"/>
                </a:lnTo>
                <a:cubicBezTo>
                  <a:pt x="96820" y="50006"/>
                  <a:pt x="100013" y="53199"/>
                  <a:pt x="100013" y="57150"/>
                </a:cubicBezTo>
                <a:cubicBezTo>
                  <a:pt x="100013" y="61101"/>
                  <a:pt x="96820" y="64294"/>
                  <a:pt x="92869" y="64294"/>
                </a:cubicBezTo>
                <a:lnTo>
                  <a:pt x="7144" y="64294"/>
                </a:lnTo>
                <a:cubicBezTo>
                  <a:pt x="3192" y="64294"/>
                  <a:pt x="0" y="61101"/>
                  <a:pt x="0" y="57150"/>
                </a:cubicBezTo>
                <a:close/>
              </a:path>
            </a:pathLst>
          </a:custGeom>
          <a:solidFill>
            <a:srgbClr val="8D99AE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23900" y="57816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仅能代码补全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2456" y="60483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57150"/>
                </a:moveTo>
                <a:cubicBezTo>
                  <a:pt x="0" y="53199"/>
                  <a:pt x="3192" y="50006"/>
                  <a:pt x="7144" y="50006"/>
                </a:cubicBezTo>
                <a:lnTo>
                  <a:pt x="92869" y="50006"/>
                </a:lnTo>
                <a:cubicBezTo>
                  <a:pt x="96820" y="50006"/>
                  <a:pt x="100013" y="53199"/>
                  <a:pt x="100013" y="57150"/>
                </a:cubicBezTo>
                <a:cubicBezTo>
                  <a:pt x="100013" y="61101"/>
                  <a:pt x="96820" y="64294"/>
                  <a:pt x="92869" y="64294"/>
                </a:cubicBezTo>
                <a:lnTo>
                  <a:pt x="7144" y="64294"/>
                </a:lnTo>
                <a:cubicBezTo>
                  <a:pt x="3192" y="64294"/>
                  <a:pt x="0" y="61101"/>
                  <a:pt x="0" y="57150"/>
                </a:cubicBezTo>
                <a:close/>
              </a:path>
            </a:pathLst>
          </a:custGeom>
          <a:solidFill>
            <a:srgbClr val="8D99AE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23900" y="60102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被动响应请求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17590" y="524827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 AI-Native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39021" y="55911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7150" y="14288"/>
                </a:moveTo>
                <a:cubicBezTo>
                  <a:pt x="57150" y="10336"/>
                  <a:pt x="53958" y="7144"/>
                  <a:pt x="50006" y="7144"/>
                </a:cubicBezTo>
                <a:cubicBezTo>
                  <a:pt x="46055" y="7144"/>
                  <a:pt x="42863" y="10336"/>
                  <a:pt x="42863" y="14288"/>
                </a:cubicBezTo>
                <a:lnTo>
                  <a:pt x="42863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42863" y="64294"/>
                </a:lnTo>
                <a:lnTo>
                  <a:pt x="42863" y="100013"/>
                </a:lnTo>
                <a:cubicBezTo>
                  <a:pt x="42863" y="103964"/>
                  <a:pt x="46055" y="107156"/>
                  <a:pt x="50006" y="107156"/>
                </a:cubicBezTo>
                <a:cubicBezTo>
                  <a:pt x="53958" y="107156"/>
                  <a:pt x="57150" y="103964"/>
                  <a:pt x="57150" y="100013"/>
                </a:cubicBezTo>
                <a:lnTo>
                  <a:pt x="57150" y="64294"/>
                </a:lnTo>
                <a:lnTo>
                  <a:pt x="92869" y="64294"/>
                </a:lnTo>
                <a:cubicBezTo>
                  <a:pt x="96820" y="64294"/>
                  <a:pt x="100013" y="61101"/>
                  <a:pt x="100013" y="57150"/>
                </a:cubicBezTo>
                <a:cubicBezTo>
                  <a:pt x="100013" y="53199"/>
                  <a:pt x="96820" y="50006"/>
                  <a:pt x="92869" y="50006"/>
                </a:cubicBezTo>
                <a:lnTo>
                  <a:pt x="57150" y="50006"/>
                </a:lnTo>
                <a:lnTo>
                  <a:pt x="57150" y="14288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960465" y="55530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AI是核心架构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39021" y="58197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7150" y="14288"/>
                </a:moveTo>
                <a:cubicBezTo>
                  <a:pt x="57150" y="10336"/>
                  <a:pt x="53958" y="7144"/>
                  <a:pt x="50006" y="7144"/>
                </a:cubicBezTo>
                <a:cubicBezTo>
                  <a:pt x="46055" y="7144"/>
                  <a:pt x="42863" y="10336"/>
                  <a:pt x="42863" y="14288"/>
                </a:cubicBezTo>
                <a:lnTo>
                  <a:pt x="42863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42863" y="64294"/>
                </a:lnTo>
                <a:lnTo>
                  <a:pt x="42863" y="100013"/>
                </a:lnTo>
                <a:cubicBezTo>
                  <a:pt x="42863" y="103964"/>
                  <a:pt x="46055" y="107156"/>
                  <a:pt x="50006" y="107156"/>
                </a:cubicBezTo>
                <a:cubicBezTo>
                  <a:pt x="53958" y="107156"/>
                  <a:pt x="57150" y="103964"/>
                  <a:pt x="57150" y="100013"/>
                </a:cubicBezTo>
                <a:lnTo>
                  <a:pt x="57150" y="64294"/>
                </a:lnTo>
                <a:lnTo>
                  <a:pt x="92869" y="64294"/>
                </a:lnTo>
                <a:cubicBezTo>
                  <a:pt x="96820" y="64294"/>
                  <a:pt x="100013" y="61101"/>
                  <a:pt x="100013" y="57150"/>
                </a:cubicBezTo>
                <a:cubicBezTo>
                  <a:pt x="100013" y="53199"/>
                  <a:pt x="96820" y="50006"/>
                  <a:pt x="92869" y="50006"/>
                </a:cubicBezTo>
                <a:lnTo>
                  <a:pt x="57150" y="50006"/>
                </a:lnTo>
                <a:lnTo>
                  <a:pt x="57150" y="14288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960465" y="57816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全自主开发能力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39021" y="60483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7150" y="14288"/>
                </a:moveTo>
                <a:cubicBezTo>
                  <a:pt x="57150" y="10336"/>
                  <a:pt x="53958" y="7144"/>
                  <a:pt x="50006" y="7144"/>
                </a:cubicBezTo>
                <a:cubicBezTo>
                  <a:pt x="46055" y="7144"/>
                  <a:pt x="42863" y="10336"/>
                  <a:pt x="42863" y="14288"/>
                </a:cubicBezTo>
                <a:lnTo>
                  <a:pt x="42863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42863" y="64294"/>
                </a:lnTo>
                <a:lnTo>
                  <a:pt x="42863" y="100013"/>
                </a:lnTo>
                <a:cubicBezTo>
                  <a:pt x="42863" y="103964"/>
                  <a:pt x="46055" y="107156"/>
                  <a:pt x="50006" y="107156"/>
                </a:cubicBezTo>
                <a:cubicBezTo>
                  <a:pt x="53958" y="107156"/>
                  <a:pt x="57150" y="103964"/>
                  <a:pt x="57150" y="100013"/>
                </a:cubicBezTo>
                <a:lnTo>
                  <a:pt x="57150" y="64294"/>
                </a:lnTo>
                <a:lnTo>
                  <a:pt x="92869" y="64294"/>
                </a:lnTo>
                <a:cubicBezTo>
                  <a:pt x="96820" y="64294"/>
                  <a:pt x="100013" y="61101"/>
                  <a:pt x="100013" y="57150"/>
                </a:cubicBezTo>
                <a:cubicBezTo>
                  <a:pt x="100013" y="53199"/>
                  <a:pt x="96820" y="50006"/>
                  <a:pt x="92869" y="50006"/>
                </a:cubicBezTo>
                <a:lnTo>
                  <a:pt x="57150" y="50006"/>
                </a:lnTo>
                <a:lnTo>
                  <a:pt x="57150" y="14288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960465" y="60102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主动规划执行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5217" y="1376363"/>
            <a:ext cx="4467225" cy="4200525"/>
          </a:xfrm>
          <a:custGeom>
            <a:avLst/>
            <a:gdLst/>
            <a:ahLst/>
            <a:cxnLst/>
            <a:rect l="l" t="t" r="r" b="b"/>
            <a:pathLst>
              <a:path w="4467225" h="4200525">
                <a:moveTo>
                  <a:pt x="114296" y="0"/>
                </a:moveTo>
                <a:lnTo>
                  <a:pt x="4352929" y="0"/>
                </a:lnTo>
                <a:cubicBezTo>
                  <a:pt x="4416011" y="0"/>
                  <a:pt x="4467225" y="51214"/>
                  <a:pt x="4467225" y="114296"/>
                </a:cubicBezTo>
                <a:lnTo>
                  <a:pt x="4467225" y="4086229"/>
                </a:lnTo>
                <a:cubicBezTo>
                  <a:pt x="4467225" y="4149311"/>
                  <a:pt x="4416011" y="4200525"/>
                  <a:pt x="435292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0" descr="https://kimi-web-img.moonshot.cn/img/img.freepik.com/8ca47cd2c80247e9476e70f9321d09b7180d1ed8.jpg"/>
          <p:cNvPicPr>
            <a:picLocks noChangeAspect="1"/>
          </p:cNvPicPr>
          <p:nvPr/>
        </p:nvPicPr>
        <p:blipFill>
          <a:blip r:embed="rId3">
            <a:alphaModFix amt="80000"/>
          </a:blip>
          <a:srcRect l="14574" r="14574"/>
          <a:stretch/>
        </p:blipFill>
        <p:spPr>
          <a:xfrm>
            <a:off x="7339980" y="1381125"/>
            <a:ext cx="44577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7335217" y="5738813"/>
            <a:ext cx="1409700" cy="733425"/>
          </a:xfrm>
          <a:custGeom>
            <a:avLst/>
            <a:gdLst/>
            <a:ahLst/>
            <a:cxnLst/>
            <a:rect l="l" t="t" r="r" b="b"/>
            <a:pathLst>
              <a:path w="1409700" h="733425">
                <a:moveTo>
                  <a:pt x="76203" y="0"/>
                </a:moveTo>
                <a:lnTo>
                  <a:pt x="1333497" y="0"/>
                </a:lnTo>
                <a:cubicBezTo>
                  <a:pt x="1375555" y="0"/>
                  <a:pt x="1409700" y="34145"/>
                  <a:pt x="1409700" y="76203"/>
                </a:cubicBezTo>
                <a:lnTo>
                  <a:pt x="1409700" y="657222"/>
                </a:lnTo>
                <a:cubicBezTo>
                  <a:pt x="1409700" y="699280"/>
                  <a:pt x="1375555" y="733425"/>
                  <a:pt x="13334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7397130" y="5857875"/>
            <a:ext cx="1285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425705" y="6200775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核心驱动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866808" y="5738813"/>
            <a:ext cx="1409700" cy="733425"/>
          </a:xfrm>
          <a:custGeom>
            <a:avLst/>
            <a:gdLst/>
            <a:ahLst/>
            <a:cxnLst/>
            <a:rect l="l" t="t" r="r" b="b"/>
            <a:pathLst>
              <a:path w="1409700" h="733425">
                <a:moveTo>
                  <a:pt x="76203" y="0"/>
                </a:moveTo>
                <a:lnTo>
                  <a:pt x="1333497" y="0"/>
                </a:lnTo>
                <a:cubicBezTo>
                  <a:pt x="1375555" y="0"/>
                  <a:pt x="1409700" y="34145"/>
                  <a:pt x="1409700" y="76203"/>
                </a:cubicBezTo>
                <a:lnTo>
                  <a:pt x="1409700" y="657222"/>
                </a:lnTo>
                <a:cubicBezTo>
                  <a:pt x="1409700" y="699280"/>
                  <a:pt x="1375555" y="733425"/>
                  <a:pt x="13334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8928720" y="5857875"/>
            <a:ext cx="1285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957295" y="6200775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自主代理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398398" y="5738813"/>
            <a:ext cx="1409700" cy="733425"/>
          </a:xfrm>
          <a:custGeom>
            <a:avLst/>
            <a:gdLst/>
            <a:ahLst/>
            <a:cxnLst/>
            <a:rect l="l" t="t" r="r" b="b"/>
            <a:pathLst>
              <a:path w="1409700" h="733425">
                <a:moveTo>
                  <a:pt x="76203" y="0"/>
                </a:moveTo>
                <a:lnTo>
                  <a:pt x="1333497" y="0"/>
                </a:lnTo>
                <a:cubicBezTo>
                  <a:pt x="1375555" y="0"/>
                  <a:pt x="1409700" y="34145"/>
                  <a:pt x="1409700" y="76203"/>
                </a:cubicBezTo>
                <a:lnTo>
                  <a:pt x="1409700" y="657222"/>
                </a:lnTo>
                <a:cubicBezTo>
                  <a:pt x="1409700" y="699280"/>
                  <a:pt x="1375555" y="733425"/>
                  <a:pt x="13334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0460310" y="5857875"/>
            <a:ext cx="1285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SOLO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488885" y="6200775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全自动模式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686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AI-Native架构深度解析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Trae的交互逻辑围绕AI展开，实现感知-决策-执行的完整闭环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3695700" cy="1933575"/>
          </a:xfrm>
          <a:custGeom>
            <a:avLst/>
            <a:gdLst/>
            <a:ahLst/>
            <a:cxnLst/>
            <a:rect l="l" t="t" r="r" b="b"/>
            <a:pathLst>
              <a:path w="3695700" h="193357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1819281"/>
                </a:lnTo>
                <a:cubicBezTo>
                  <a:pt x="3695700" y="1882404"/>
                  <a:pt x="3644529" y="1933575"/>
                  <a:pt x="3581406" y="1933575"/>
                </a:cubicBezTo>
                <a:lnTo>
                  <a:pt x="114294" y="1933575"/>
                </a:lnTo>
                <a:cubicBezTo>
                  <a:pt x="51171" y="1933575"/>
                  <a:pt x="0" y="1882404"/>
                  <a:pt x="0" y="181928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2925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9366" y="15621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8225" y="14192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感知层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225" y="168592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19907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AI实时监控项目状态，获取全面上下文信息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8644" y="23812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85813" y="23526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文件变更监控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2628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30889"/>
                </a:moveTo>
                <a:cubicBezTo>
                  <a:pt x="-807" y="27634"/>
                  <a:pt x="-807" y="22347"/>
                  <a:pt x="2448" y="19091"/>
                </a:cubicBezTo>
                <a:cubicBezTo>
                  <a:pt x="5704" y="15835"/>
                  <a:pt x="10991" y="15835"/>
                  <a:pt x="14247" y="19091"/>
                </a:cubicBezTo>
                <a:lnTo>
                  <a:pt x="55918" y="60763"/>
                </a:lnTo>
                <a:cubicBezTo>
                  <a:pt x="59174" y="64018"/>
                  <a:pt x="59174" y="69306"/>
                  <a:pt x="55918" y="72561"/>
                </a:cubicBezTo>
                <a:lnTo>
                  <a:pt x="14247" y="114233"/>
                </a:lnTo>
                <a:cubicBezTo>
                  <a:pt x="10991" y="117489"/>
                  <a:pt x="5704" y="117489"/>
                  <a:pt x="2448" y="114233"/>
                </a:cubicBezTo>
                <a:cubicBezTo>
                  <a:pt x="-807" y="110977"/>
                  <a:pt x="-807" y="105690"/>
                  <a:pt x="2448" y="102435"/>
                </a:cubicBezTo>
                <a:lnTo>
                  <a:pt x="38208" y="66675"/>
                </a:lnTo>
                <a:lnTo>
                  <a:pt x="2448" y="30889"/>
                </a:ln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85813" y="26003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终端输出捕获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0309" y="2876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85813" y="284797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Git状态追踪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6513" y="1262063"/>
            <a:ext cx="3695700" cy="1933575"/>
          </a:xfrm>
          <a:custGeom>
            <a:avLst/>
            <a:gdLst/>
            <a:ahLst/>
            <a:cxnLst/>
            <a:rect l="l" t="t" r="r" b="b"/>
            <a:pathLst>
              <a:path w="3695700" h="193357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1819281"/>
                </a:lnTo>
                <a:cubicBezTo>
                  <a:pt x="3695700" y="1882404"/>
                  <a:pt x="3644529" y="1933575"/>
                  <a:pt x="3581406" y="1933575"/>
                </a:cubicBezTo>
                <a:lnTo>
                  <a:pt x="114294" y="1933575"/>
                </a:lnTo>
                <a:cubicBezTo>
                  <a:pt x="51171" y="1933575"/>
                  <a:pt x="0" y="1882404"/>
                  <a:pt x="0" y="181928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03675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10832" y="1562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98975" y="14192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8975" y="168592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03675" y="19907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Agent根据感知信息智能决策下一步行动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22725" y="2381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646563" y="23526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代码搜索定位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22725" y="2628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828" y="5652"/>
                </a:moveTo>
                <a:cubicBezTo>
                  <a:pt x="117124" y="-52"/>
                  <a:pt x="107904" y="-52"/>
                  <a:pt x="102200" y="5652"/>
                </a:cubicBezTo>
                <a:lnTo>
                  <a:pt x="95845" y="12007"/>
                </a:lnTo>
                <a:lnTo>
                  <a:pt x="121343" y="37505"/>
                </a:lnTo>
                <a:lnTo>
                  <a:pt x="127698" y="31150"/>
                </a:lnTo>
                <a:cubicBezTo>
                  <a:pt x="133402" y="25446"/>
                  <a:pt x="133402" y="16226"/>
                  <a:pt x="127698" y="10522"/>
                </a:cubicBezTo>
                <a:lnTo>
                  <a:pt x="122828" y="5652"/>
                </a:lnTo>
                <a:close/>
                <a:moveTo>
                  <a:pt x="44901" y="62951"/>
                </a:moveTo>
                <a:cubicBezTo>
                  <a:pt x="43313" y="64539"/>
                  <a:pt x="42089" y="66493"/>
                  <a:pt x="41385" y="68654"/>
                </a:cubicBezTo>
                <a:lnTo>
                  <a:pt x="33676" y="91782"/>
                </a:lnTo>
                <a:cubicBezTo>
                  <a:pt x="32921" y="94022"/>
                  <a:pt x="33520" y="96496"/>
                  <a:pt x="35187" y="98189"/>
                </a:cubicBezTo>
                <a:cubicBezTo>
                  <a:pt x="36854" y="99882"/>
                  <a:pt x="39328" y="100455"/>
                  <a:pt x="41594" y="99700"/>
                </a:cubicBezTo>
                <a:lnTo>
                  <a:pt x="64722" y="91991"/>
                </a:lnTo>
                <a:cubicBezTo>
                  <a:pt x="66857" y="91287"/>
                  <a:pt x="68811" y="90063"/>
                  <a:pt x="70425" y="88475"/>
                </a:cubicBezTo>
                <a:lnTo>
                  <a:pt x="112514" y="46334"/>
                </a:lnTo>
                <a:lnTo>
                  <a:pt x="87016" y="20836"/>
                </a:lnTo>
                <a:lnTo>
                  <a:pt x="44901" y="62951"/>
                </a:lnTo>
                <a:close/>
                <a:moveTo>
                  <a:pt x="25003" y="16669"/>
                </a:moveTo>
                <a:cubicBezTo>
                  <a:pt x="11199" y="16669"/>
                  <a:pt x="0" y="27868"/>
                  <a:pt x="0" y="41672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91678" y="133350"/>
                </a:lnTo>
                <a:cubicBezTo>
                  <a:pt x="105482" y="133350"/>
                  <a:pt x="116681" y="122151"/>
                  <a:pt x="116681" y="108347"/>
                </a:cubicBezTo>
                <a:lnTo>
                  <a:pt x="116681" y="83344"/>
                </a:lnTo>
                <a:cubicBezTo>
                  <a:pt x="116681" y="78734"/>
                  <a:pt x="112957" y="75009"/>
                  <a:pt x="108347" y="75009"/>
                </a:cubicBezTo>
                <a:cubicBezTo>
                  <a:pt x="103737" y="75009"/>
                  <a:pt x="100013" y="78734"/>
                  <a:pt x="100013" y="83344"/>
                </a:cubicBezTo>
                <a:lnTo>
                  <a:pt x="100013" y="108347"/>
                </a:lnTo>
                <a:cubicBezTo>
                  <a:pt x="100013" y="112957"/>
                  <a:pt x="96288" y="116681"/>
                  <a:pt x="91678" y="116681"/>
                </a:cubicBezTo>
                <a:lnTo>
                  <a:pt x="25003" y="116681"/>
                </a:lnTo>
                <a:cubicBezTo>
                  <a:pt x="20393" y="116681"/>
                  <a:pt x="16669" y="112957"/>
                  <a:pt x="16669" y="108347"/>
                </a:cubicBezTo>
                <a:lnTo>
                  <a:pt x="16669" y="41672"/>
                </a:lnTo>
                <a:cubicBezTo>
                  <a:pt x="16669" y="37062"/>
                  <a:pt x="20393" y="33337"/>
                  <a:pt x="25003" y="33337"/>
                </a:cubicBezTo>
                <a:lnTo>
                  <a:pt x="50006" y="33337"/>
                </a:lnTo>
                <a:cubicBezTo>
                  <a:pt x="54616" y="33337"/>
                  <a:pt x="58341" y="29613"/>
                  <a:pt x="58341" y="25003"/>
                </a:cubicBezTo>
                <a:cubicBezTo>
                  <a:pt x="58341" y="20393"/>
                  <a:pt x="54616" y="16669"/>
                  <a:pt x="50006" y="16669"/>
                </a:cubicBezTo>
                <a:lnTo>
                  <a:pt x="25003" y="16669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46563" y="26003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文件编辑决策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2725" y="2876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9230" y="2448"/>
                </a:moveTo>
                <a:cubicBezTo>
                  <a:pt x="85974" y="-807"/>
                  <a:pt x="80687" y="-807"/>
                  <a:pt x="77432" y="2448"/>
                </a:cubicBezTo>
                <a:cubicBezTo>
                  <a:pt x="74176" y="5704"/>
                  <a:pt x="74176" y="10991"/>
                  <a:pt x="77432" y="14247"/>
                </a:cubicBezTo>
                <a:lnTo>
                  <a:pt x="79880" y="16669"/>
                </a:lnTo>
                <a:lnTo>
                  <a:pt x="7319" y="89230"/>
                </a:lnTo>
                <a:cubicBezTo>
                  <a:pt x="2631" y="93918"/>
                  <a:pt x="0" y="100273"/>
                  <a:pt x="0" y="106914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26436" y="133350"/>
                </a:lnTo>
                <a:cubicBezTo>
                  <a:pt x="33077" y="133350"/>
                  <a:pt x="39432" y="130719"/>
                  <a:pt x="44120" y="126031"/>
                </a:cubicBezTo>
                <a:lnTo>
                  <a:pt x="116681" y="53470"/>
                </a:lnTo>
                <a:lnTo>
                  <a:pt x="119129" y="55918"/>
                </a:lnTo>
                <a:cubicBezTo>
                  <a:pt x="122385" y="59174"/>
                  <a:pt x="127672" y="59174"/>
                  <a:pt x="130928" y="55918"/>
                </a:cubicBezTo>
                <a:cubicBezTo>
                  <a:pt x="134183" y="52663"/>
                  <a:pt x="134183" y="47376"/>
                  <a:pt x="130928" y="44120"/>
                </a:cubicBezTo>
                <a:lnTo>
                  <a:pt x="89256" y="2448"/>
                </a:lnTo>
                <a:close/>
                <a:moveTo>
                  <a:pt x="53470" y="66675"/>
                </a:moveTo>
                <a:lnTo>
                  <a:pt x="91678" y="28467"/>
                </a:lnTo>
                <a:lnTo>
                  <a:pt x="104883" y="41672"/>
                </a:lnTo>
                <a:lnTo>
                  <a:pt x="79880" y="66675"/>
                </a:lnTo>
                <a:lnTo>
                  <a:pt x="53444" y="66675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646563" y="28479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测试运行判断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7338" y="1262063"/>
            <a:ext cx="3695700" cy="1933575"/>
          </a:xfrm>
          <a:custGeom>
            <a:avLst/>
            <a:gdLst/>
            <a:ahLst/>
            <a:cxnLst/>
            <a:rect l="l" t="t" r="r" b="b"/>
            <a:pathLst>
              <a:path w="3695700" h="193357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1819281"/>
                </a:lnTo>
                <a:cubicBezTo>
                  <a:pt x="3695700" y="1882404"/>
                  <a:pt x="3644529" y="1933575"/>
                  <a:pt x="3581406" y="1933575"/>
                </a:cubicBezTo>
                <a:lnTo>
                  <a:pt x="114294" y="1933575"/>
                </a:lnTo>
                <a:cubicBezTo>
                  <a:pt x="51171" y="1933575"/>
                  <a:pt x="0" y="1882404"/>
                  <a:pt x="0" y="181928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64500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50225" y="15621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59800" y="14192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59800" y="16859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Layer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64500" y="19907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AI直接操作编辑器和终端，而非仅给出建议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75216" y="2381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33350" y="116681"/>
                </a:lnTo>
                <a:cubicBezTo>
                  <a:pt x="142544" y="116681"/>
                  <a:pt x="150019" y="109206"/>
                  <a:pt x="150019" y="100013"/>
                </a:cubicBezTo>
                <a:lnTo>
                  <a:pt x="150019" y="33337"/>
                </a:lnTo>
                <a:cubicBezTo>
                  <a:pt x="150019" y="24144"/>
                  <a:pt x="142544" y="16669"/>
                  <a:pt x="133350" y="16669"/>
                </a:cubicBezTo>
                <a:lnTo>
                  <a:pt x="16669" y="16669"/>
                </a:lnTo>
                <a:close/>
                <a:moveTo>
                  <a:pt x="20836" y="33337"/>
                </a:moveTo>
                <a:lnTo>
                  <a:pt x="29170" y="33337"/>
                </a:lnTo>
                <a:cubicBezTo>
                  <a:pt x="31462" y="33337"/>
                  <a:pt x="33337" y="35213"/>
                  <a:pt x="33337" y="37505"/>
                </a:cubicBezTo>
                <a:lnTo>
                  <a:pt x="33337" y="45839"/>
                </a:lnTo>
                <a:cubicBezTo>
                  <a:pt x="33337" y="4813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48131"/>
                  <a:pt x="16669" y="45839"/>
                </a:cubicBezTo>
                <a:lnTo>
                  <a:pt x="16669" y="37505"/>
                </a:lnTo>
                <a:cubicBezTo>
                  <a:pt x="16669" y="35213"/>
                  <a:pt x="18544" y="33337"/>
                  <a:pt x="20836" y="33337"/>
                </a:cubicBezTo>
                <a:close/>
                <a:moveTo>
                  <a:pt x="16669" y="62508"/>
                </a:moveTo>
                <a:cubicBezTo>
                  <a:pt x="16669" y="60216"/>
                  <a:pt x="18544" y="58341"/>
                  <a:pt x="20836" y="58341"/>
                </a:cubicBezTo>
                <a:lnTo>
                  <a:pt x="29170" y="58341"/>
                </a:lnTo>
                <a:cubicBezTo>
                  <a:pt x="31462" y="58341"/>
                  <a:pt x="33337" y="60216"/>
                  <a:pt x="33337" y="62508"/>
                </a:cubicBezTo>
                <a:lnTo>
                  <a:pt x="33337" y="70842"/>
                </a:lnTo>
                <a:cubicBezTo>
                  <a:pt x="33337" y="73134"/>
                  <a:pt x="31462" y="75009"/>
                  <a:pt x="29170" y="75009"/>
                </a:cubicBezTo>
                <a:lnTo>
                  <a:pt x="20836" y="75009"/>
                </a:lnTo>
                <a:cubicBezTo>
                  <a:pt x="18544" y="75009"/>
                  <a:pt x="16669" y="73134"/>
                  <a:pt x="16669" y="70842"/>
                </a:cubicBezTo>
                <a:lnTo>
                  <a:pt x="16669" y="62508"/>
                </a:lnTo>
                <a:close/>
                <a:moveTo>
                  <a:pt x="45839" y="33337"/>
                </a:moveTo>
                <a:lnTo>
                  <a:pt x="54173" y="33337"/>
                </a:lnTo>
                <a:cubicBezTo>
                  <a:pt x="56465" y="33337"/>
                  <a:pt x="58341" y="35213"/>
                  <a:pt x="58341" y="37505"/>
                </a:cubicBezTo>
                <a:lnTo>
                  <a:pt x="58341" y="45839"/>
                </a:lnTo>
                <a:cubicBezTo>
                  <a:pt x="58341" y="48131"/>
                  <a:pt x="56465" y="50006"/>
                  <a:pt x="54173" y="50006"/>
                </a:cubicBezTo>
                <a:lnTo>
                  <a:pt x="45839" y="50006"/>
                </a:lnTo>
                <a:cubicBezTo>
                  <a:pt x="43547" y="50006"/>
                  <a:pt x="41672" y="48131"/>
                  <a:pt x="41672" y="45839"/>
                </a:cubicBezTo>
                <a:lnTo>
                  <a:pt x="41672" y="37505"/>
                </a:lnTo>
                <a:cubicBezTo>
                  <a:pt x="41672" y="35213"/>
                  <a:pt x="43547" y="33337"/>
                  <a:pt x="45839" y="33337"/>
                </a:cubicBezTo>
                <a:close/>
                <a:moveTo>
                  <a:pt x="41672" y="62508"/>
                </a:moveTo>
                <a:cubicBezTo>
                  <a:pt x="41672" y="60216"/>
                  <a:pt x="43547" y="58341"/>
                  <a:pt x="45839" y="58341"/>
                </a:cubicBezTo>
                <a:lnTo>
                  <a:pt x="54173" y="58341"/>
                </a:lnTo>
                <a:cubicBezTo>
                  <a:pt x="56465" y="58341"/>
                  <a:pt x="58341" y="60216"/>
                  <a:pt x="58341" y="62508"/>
                </a:cubicBezTo>
                <a:lnTo>
                  <a:pt x="58341" y="70842"/>
                </a:lnTo>
                <a:cubicBezTo>
                  <a:pt x="58341" y="73134"/>
                  <a:pt x="56465" y="75009"/>
                  <a:pt x="54173" y="75009"/>
                </a:cubicBezTo>
                <a:lnTo>
                  <a:pt x="45839" y="75009"/>
                </a:lnTo>
                <a:cubicBezTo>
                  <a:pt x="43547" y="75009"/>
                  <a:pt x="41672" y="73134"/>
                  <a:pt x="41672" y="70842"/>
                </a:cubicBezTo>
                <a:lnTo>
                  <a:pt x="41672" y="62508"/>
                </a:lnTo>
                <a:close/>
                <a:moveTo>
                  <a:pt x="45839" y="83344"/>
                </a:moveTo>
                <a:lnTo>
                  <a:pt x="104180" y="83344"/>
                </a:lnTo>
                <a:cubicBezTo>
                  <a:pt x="106472" y="83344"/>
                  <a:pt x="108347" y="85219"/>
                  <a:pt x="108347" y="87511"/>
                </a:cubicBezTo>
                <a:lnTo>
                  <a:pt x="108347" y="95845"/>
                </a:lnTo>
                <a:cubicBezTo>
                  <a:pt x="108347" y="98137"/>
                  <a:pt x="106472" y="100013"/>
                  <a:pt x="104180" y="100013"/>
                </a:cubicBezTo>
                <a:lnTo>
                  <a:pt x="45839" y="100013"/>
                </a:lnTo>
                <a:cubicBezTo>
                  <a:pt x="43547" y="100013"/>
                  <a:pt x="41672" y="98137"/>
                  <a:pt x="41672" y="95845"/>
                </a:cubicBezTo>
                <a:lnTo>
                  <a:pt x="41672" y="87511"/>
                </a:lnTo>
                <a:cubicBezTo>
                  <a:pt x="41672" y="85219"/>
                  <a:pt x="43547" y="83344"/>
                  <a:pt x="45839" y="83344"/>
                </a:cubicBezTo>
                <a:close/>
                <a:moveTo>
                  <a:pt x="66675" y="37505"/>
                </a:moveTo>
                <a:cubicBezTo>
                  <a:pt x="66675" y="35213"/>
                  <a:pt x="68550" y="33337"/>
                  <a:pt x="70842" y="33337"/>
                </a:cubicBezTo>
                <a:lnTo>
                  <a:pt x="79177" y="33337"/>
                </a:lnTo>
                <a:cubicBezTo>
                  <a:pt x="81469" y="33337"/>
                  <a:pt x="83344" y="35213"/>
                  <a:pt x="83344" y="37505"/>
                </a:cubicBezTo>
                <a:lnTo>
                  <a:pt x="83344" y="45839"/>
                </a:lnTo>
                <a:cubicBezTo>
                  <a:pt x="83344" y="48131"/>
                  <a:pt x="81469" y="50006"/>
                  <a:pt x="79177" y="50006"/>
                </a:cubicBezTo>
                <a:lnTo>
                  <a:pt x="70842" y="50006"/>
                </a:lnTo>
                <a:cubicBezTo>
                  <a:pt x="68550" y="50006"/>
                  <a:pt x="66675" y="48131"/>
                  <a:pt x="66675" y="45839"/>
                </a:cubicBezTo>
                <a:lnTo>
                  <a:pt x="66675" y="37505"/>
                </a:lnTo>
                <a:close/>
                <a:moveTo>
                  <a:pt x="70842" y="58341"/>
                </a:moveTo>
                <a:lnTo>
                  <a:pt x="79177" y="58341"/>
                </a:lnTo>
                <a:cubicBezTo>
                  <a:pt x="8146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1469" y="75009"/>
                  <a:pt x="79177" y="75009"/>
                </a:cubicBezTo>
                <a:lnTo>
                  <a:pt x="70842" y="75009"/>
                </a:lnTo>
                <a:cubicBezTo>
                  <a:pt x="6855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8550" y="58341"/>
                  <a:pt x="70842" y="58341"/>
                </a:cubicBezTo>
                <a:close/>
                <a:moveTo>
                  <a:pt x="91678" y="37505"/>
                </a:moveTo>
                <a:cubicBezTo>
                  <a:pt x="91678" y="35213"/>
                  <a:pt x="93553" y="33337"/>
                  <a:pt x="95845" y="33337"/>
                </a:cubicBezTo>
                <a:lnTo>
                  <a:pt x="104180" y="33337"/>
                </a:lnTo>
                <a:cubicBezTo>
                  <a:pt x="106472" y="33337"/>
                  <a:pt x="108347" y="35213"/>
                  <a:pt x="108347" y="37505"/>
                </a:cubicBezTo>
                <a:lnTo>
                  <a:pt x="108347" y="45839"/>
                </a:lnTo>
                <a:cubicBezTo>
                  <a:pt x="108347" y="48131"/>
                  <a:pt x="106472" y="50006"/>
                  <a:pt x="104180" y="50006"/>
                </a:cubicBezTo>
                <a:lnTo>
                  <a:pt x="95845" y="50006"/>
                </a:lnTo>
                <a:cubicBezTo>
                  <a:pt x="93553" y="50006"/>
                  <a:pt x="91678" y="48131"/>
                  <a:pt x="91678" y="45839"/>
                </a:cubicBezTo>
                <a:lnTo>
                  <a:pt x="91678" y="37505"/>
                </a:lnTo>
                <a:close/>
                <a:moveTo>
                  <a:pt x="95845" y="58341"/>
                </a:moveTo>
                <a:lnTo>
                  <a:pt x="104180" y="58341"/>
                </a:lnTo>
                <a:cubicBezTo>
                  <a:pt x="106472" y="58341"/>
                  <a:pt x="108347" y="60216"/>
                  <a:pt x="108347" y="62508"/>
                </a:cubicBezTo>
                <a:lnTo>
                  <a:pt x="108347" y="70842"/>
                </a:lnTo>
                <a:cubicBezTo>
                  <a:pt x="108347" y="73134"/>
                  <a:pt x="106472" y="75009"/>
                  <a:pt x="104180" y="75009"/>
                </a:cubicBezTo>
                <a:lnTo>
                  <a:pt x="95845" y="75009"/>
                </a:lnTo>
                <a:cubicBezTo>
                  <a:pt x="93553" y="75009"/>
                  <a:pt x="91678" y="73134"/>
                  <a:pt x="91678" y="70842"/>
                </a:cubicBezTo>
                <a:lnTo>
                  <a:pt x="91678" y="62508"/>
                </a:lnTo>
                <a:cubicBezTo>
                  <a:pt x="91678" y="60216"/>
                  <a:pt x="93553" y="58341"/>
                  <a:pt x="95845" y="58341"/>
                </a:cubicBezTo>
                <a:close/>
                <a:moveTo>
                  <a:pt x="116681" y="37505"/>
                </a:moveTo>
                <a:cubicBezTo>
                  <a:pt x="116681" y="35213"/>
                  <a:pt x="118556" y="33337"/>
                  <a:pt x="120848" y="33337"/>
                </a:cubicBezTo>
                <a:lnTo>
                  <a:pt x="129183" y="33337"/>
                </a:lnTo>
                <a:cubicBezTo>
                  <a:pt x="131475" y="33337"/>
                  <a:pt x="133350" y="35213"/>
                  <a:pt x="133350" y="37505"/>
                </a:cubicBezTo>
                <a:lnTo>
                  <a:pt x="133350" y="45839"/>
                </a:lnTo>
                <a:cubicBezTo>
                  <a:pt x="133350" y="4813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48131"/>
                  <a:pt x="116681" y="45839"/>
                </a:cubicBezTo>
                <a:lnTo>
                  <a:pt x="116681" y="37505"/>
                </a:lnTo>
                <a:close/>
                <a:moveTo>
                  <a:pt x="120848" y="58341"/>
                </a:moveTo>
                <a:lnTo>
                  <a:pt x="129183" y="58341"/>
                </a:lnTo>
                <a:cubicBezTo>
                  <a:pt x="131475" y="58341"/>
                  <a:pt x="133350" y="60216"/>
                  <a:pt x="133350" y="62508"/>
                </a:cubicBezTo>
                <a:lnTo>
                  <a:pt x="133350" y="70842"/>
                </a:lnTo>
                <a:cubicBezTo>
                  <a:pt x="133350" y="73134"/>
                  <a:pt x="131475" y="75009"/>
                  <a:pt x="129183" y="75009"/>
                </a:cubicBezTo>
                <a:lnTo>
                  <a:pt x="120848" y="75009"/>
                </a:lnTo>
                <a:cubicBezTo>
                  <a:pt x="118556" y="75009"/>
                  <a:pt x="116681" y="73134"/>
                  <a:pt x="116681" y="70842"/>
                </a:cubicBezTo>
                <a:lnTo>
                  <a:pt x="116681" y="62508"/>
                </a:lnTo>
                <a:cubicBezTo>
                  <a:pt x="116681" y="60216"/>
                  <a:pt x="118556" y="58341"/>
                  <a:pt x="120848" y="58341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07388" y="23526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自动代码编写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91885" y="2628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3753" y="9611"/>
                </a:moveTo>
                <a:cubicBezTo>
                  <a:pt x="20523" y="7840"/>
                  <a:pt x="16617" y="7918"/>
                  <a:pt x="13439" y="9793"/>
                </a:cubicBezTo>
                <a:cubicBezTo>
                  <a:pt x="10262" y="11668"/>
                  <a:pt x="8334" y="15080"/>
                  <a:pt x="8334" y="18752"/>
                </a:cubicBezTo>
                <a:lnTo>
                  <a:pt x="8334" y="114598"/>
                </a:lnTo>
                <a:cubicBezTo>
                  <a:pt x="8334" y="118270"/>
                  <a:pt x="10288" y="121682"/>
                  <a:pt x="13439" y="123557"/>
                </a:cubicBezTo>
                <a:cubicBezTo>
                  <a:pt x="16591" y="125432"/>
                  <a:pt x="20523" y="125510"/>
                  <a:pt x="23753" y="123739"/>
                </a:cubicBezTo>
                <a:lnTo>
                  <a:pt x="111264" y="75817"/>
                </a:lnTo>
                <a:cubicBezTo>
                  <a:pt x="114598" y="73994"/>
                  <a:pt x="116681" y="70478"/>
                  <a:pt x="116681" y="66675"/>
                </a:cubicBezTo>
                <a:cubicBezTo>
                  <a:pt x="116681" y="62872"/>
                  <a:pt x="114598" y="59356"/>
                  <a:pt x="111264" y="57533"/>
                </a:cubicBezTo>
                <a:lnTo>
                  <a:pt x="23753" y="9611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07388" y="26003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命令自动执行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5216" y="28765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0006" y="25003"/>
                </a:moveTo>
                <a:cubicBezTo>
                  <a:pt x="50006" y="11199"/>
                  <a:pt x="61206" y="0"/>
                  <a:pt x="75009" y="0"/>
                </a:cubicBezTo>
                <a:cubicBezTo>
                  <a:pt x="88813" y="0"/>
                  <a:pt x="100013" y="11199"/>
                  <a:pt x="100013" y="25003"/>
                </a:cubicBezTo>
                <a:lnTo>
                  <a:pt x="100013" y="25941"/>
                </a:lnTo>
                <a:cubicBezTo>
                  <a:pt x="100013" y="30030"/>
                  <a:pt x="96705" y="33337"/>
                  <a:pt x="92616" y="33337"/>
                </a:cubicBezTo>
                <a:lnTo>
                  <a:pt x="57429" y="33337"/>
                </a:lnTo>
                <a:cubicBezTo>
                  <a:pt x="53340" y="33337"/>
                  <a:pt x="50032" y="30030"/>
                  <a:pt x="50032" y="25941"/>
                </a:cubicBezTo>
                <a:lnTo>
                  <a:pt x="50032" y="25003"/>
                </a:lnTo>
                <a:close/>
                <a:moveTo>
                  <a:pt x="140018" y="28337"/>
                </a:moveTo>
                <a:cubicBezTo>
                  <a:pt x="142778" y="32009"/>
                  <a:pt x="142023" y="37244"/>
                  <a:pt x="138351" y="40005"/>
                </a:cubicBezTo>
                <a:lnTo>
                  <a:pt x="112879" y="59096"/>
                </a:lnTo>
                <a:cubicBezTo>
                  <a:pt x="114259" y="61414"/>
                  <a:pt x="115301" y="63966"/>
                  <a:pt x="115952" y="66675"/>
                </a:cubicBezTo>
                <a:lnTo>
                  <a:pt x="141684" y="66675"/>
                </a:lnTo>
                <a:cubicBezTo>
                  <a:pt x="146294" y="66675"/>
                  <a:pt x="150019" y="70399"/>
                  <a:pt x="150019" y="75009"/>
                </a:cubicBezTo>
                <a:cubicBezTo>
                  <a:pt x="150019" y="79619"/>
                  <a:pt x="146294" y="83344"/>
                  <a:pt x="141684" y="83344"/>
                </a:cubicBezTo>
                <a:lnTo>
                  <a:pt x="116681" y="83344"/>
                </a:lnTo>
                <a:lnTo>
                  <a:pt x="116681" y="91678"/>
                </a:lnTo>
                <a:cubicBezTo>
                  <a:pt x="116681" y="92355"/>
                  <a:pt x="116655" y="93059"/>
                  <a:pt x="116629" y="93736"/>
                </a:cubicBezTo>
                <a:lnTo>
                  <a:pt x="138351" y="110014"/>
                </a:lnTo>
                <a:cubicBezTo>
                  <a:pt x="142023" y="112775"/>
                  <a:pt x="142778" y="118010"/>
                  <a:pt x="140018" y="121682"/>
                </a:cubicBezTo>
                <a:cubicBezTo>
                  <a:pt x="137257" y="125354"/>
                  <a:pt x="132022" y="126110"/>
                  <a:pt x="128349" y="123349"/>
                </a:cubicBezTo>
                <a:lnTo>
                  <a:pt x="111915" y="111030"/>
                </a:lnTo>
                <a:cubicBezTo>
                  <a:pt x="105873" y="122541"/>
                  <a:pt x="94595" y="130876"/>
                  <a:pt x="81260" y="132881"/>
                </a:cubicBezTo>
                <a:lnTo>
                  <a:pt x="81260" y="72926"/>
                </a:lnTo>
                <a:cubicBezTo>
                  <a:pt x="81260" y="69462"/>
                  <a:pt x="78473" y="66675"/>
                  <a:pt x="75009" y="66675"/>
                </a:cubicBezTo>
                <a:cubicBezTo>
                  <a:pt x="71545" y="66675"/>
                  <a:pt x="68759" y="69462"/>
                  <a:pt x="68759" y="72926"/>
                </a:cubicBezTo>
                <a:lnTo>
                  <a:pt x="68759" y="132881"/>
                </a:lnTo>
                <a:cubicBezTo>
                  <a:pt x="55424" y="130876"/>
                  <a:pt x="44146" y="122541"/>
                  <a:pt x="38104" y="111030"/>
                </a:cubicBezTo>
                <a:lnTo>
                  <a:pt x="21669" y="123349"/>
                </a:lnTo>
                <a:cubicBezTo>
                  <a:pt x="17997" y="126110"/>
                  <a:pt x="12762" y="125354"/>
                  <a:pt x="10001" y="121682"/>
                </a:cubicBezTo>
                <a:cubicBezTo>
                  <a:pt x="7240" y="118010"/>
                  <a:pt x="7996" y="112775"/>
                  <a:pt x="11668" y="110014"/>
                </a:cubicBezTo>
                <a:lnTo>
                  <a:pt x="33390" y="93736"/>
                </a:lnTo>
                <a:cubicBezTo>
                  <a:pt x="33364" y="93059"/>
                  <a:pt x="33338" y="92381"/>
                  <a:pt x="33338" y="91678"/>
                </a:cubicBezTo>
                <a:lnTo>
                  <a:pt x="33338" y="83344"/>
                </a:lnTo>
                <a:lnTo>
                  <a:pt x="8334" y="83344"/>
                </a:lnTo>
                <a:cubicBezTo>
                  <a:pt x="3724" y="83344"/>
                  <a:pt x="0" y="79619"/>
                  <a:pt x="0" y="75009"/>
                </a:cubicBezTo>
                <a:cubicBezTo>
                  <a:pt x="0" y="70399"/>
                  <a:pt x="3724" y="66675"/>
                  <a:pt x="8334" y="66675"/>
                </a:cubicBezTo>
                <a:lnTo>
                  <a:pt x="34067" y="66675"/>
                </a:lnTo>
                <a:cubicBezTo>
                  <a:pt x="34718" y="63966"/>
                  <a:pt x="35760" y="61414"/>
                  <a:pt x="37140" y="59096"/>
                </a:cubicBezTo>
                <a:lnTo>
                  <a:pt x="11668" y="40005"/>
                </a:lnTo>
                <a:cubicBezTo>
                  <a:pt x="7996" y="37244"/>
                  <a:pt x="7240" y="32009"/>
                  <a:pt x="10001" y="28337"/>
                </a:cubicBezTo>
                <a:cubicBezTo>
                  <a:pt x="12762" y="24665"/>
                  <a:pt x="17997" y="23909"/>
                  <a:pt x="21669" y="26670"/>
                </a:cubicBezTo>
                <a:lnTo>
                  <a:pt x="50006" y="47923"/>
                </a:lnTo>
                <a:cubicBezTo>
                  <a:pt x="53210" y="46594"/>
                  <a:pt x="56726" y="45839"/>
                  <a:pt x="60424" y="45839"/>
                </a:cubicBezTo>
                <a:lnTo>
                  <a:pt x="89595" y="45839"/>
                </a:lnTo>
                <a:cubicBezTo>
                  <a:pt x="93293" y="45839"/>
                  <a:pt x="96809" y="46568"/>
                  <a:pt x="100013" y="47923"/>
                </a:cubicBezTo>
                <a:lnTo>
                  <a:pt x="128349" y="26670"/>
                </a:lnTo>
                <a:cubicBezTo>
                  <a:pt x="132022" y="23909"/>
                  <a:pt x="137257" y="24665"/>
                  <a:pt x="140018" y="28337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07388" y="28479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错误自动修复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33575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1285879"/>
                </a:lnTo>
                <a:cubicBezTo>
                  <a:pt x="5629275" y="1348961"/>
                  <a:pt x="5578061" y="1400175"/>
                  <a:pt x="55149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42925" y="3514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76275" y="3648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52525" y="35147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适应性AI (Adaptive AI)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52525" y="3857625"/>
            <a:ext cx="4781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Trae能够学习开发者的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编码风格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、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项目规范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和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团队最佳实践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。随着使用时间推移，它会变得越来越懂你，提供更精准的建议，实现真正的个性化开发体验。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6963" y="33575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1285879"/>
                </a:lnTo>
                <a:cubicBezTo>
                  <a:pt x="5629275" y="1348961"/>
                  <a:pt x="5578061" y="1400175"/>
                  <a:pt x="55149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334125" y="3514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467475" y="3648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943725" y="35147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极致自动化 (Autonomous)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43725" y="3857625"/>
            <a:ext cx="4781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通过Agent机制，Trae致力于减少开发者的重复劳动。从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环境搭建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到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代码重构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，AI可以独立完成一连串复杂操作，开发者只需扮演 </a:t>
            </a: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"Reviewer"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的角色。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4919663"/>
            <a:ext cx="11420475" cy="676275"/>
          </a:xfrm>
          <a:custGeom>
            <a:avLst/>
            <a:gdLst/>
            <a:ahLst/>
            <a:cxnLst/>
            <a:rect l="l" t="t" r="r" b="b"/>
            <a:pathLst>
              <a:path w="11420475" h="676275">
                <a:moveTo>
                  <a:pt x="114297" y="0"/>
                </a:moveTo>
                <a:lnTo>
                  <a:pt x="11306178" y="0"/>
                </a:lnTo>
                <a:cubicBezTo>
                  <a:pt x="11369302" y="0"/>
                  <a:pt x="11420475" y="51173"/>
                  <a:pt x="11420475" y="114297"/>
                </a:cubicBezTo>
                <a:lnTo>
                  <a:pt x="11420475" y="561978"/>
                </a:lnTo>
                <a:cubicBezTo>
                  <a:pt x="11420475" y="625102"/>
                  <a:pt x="11369302" y="676275"/>
                  <a:pt x="11306178" y="676275"/>
                </a:cubicBezTo>
                <a:lnTo>
                  <a:pt x="114297" y="676275"/>
                </a:lnTo>
                <a:cubicBezTo>
                  <a:pt x="51173" y="676275"/>
                  <a:pt x="0" y="625102"/>
                  <a:pt x="0" y="5619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66738" y="516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95350" y="512445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AI-Native工作流程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67587" y="5081588"/>
            <a:ext cx="904875" cy="352425"/>
          </a:xfrm>
          <a:custGeom>
            <a:avLst/>
            <a:gdLst/>
            <a:ahLst/>
            <a:cxnLst/>
            <a:rect l="l" t="t" r="r" b="b"/>
            <a:pathLst>
              <a:path w="904875" h="352425">
                <a:moveTo>
                  <a:pt x="76201" y="0"/>
                </a:moveTo>
                <a:lnTo>
                  <a:pt x="828674" y="0"/>
                </a:lnTo>
                <a:cubicBezTo>
                  <a:pt x="870759" y="0"/>
                  <a:pt x="904875" y="34116"/>
                  <a:pt x="904875" y="76201"/>
                </a:cubicBezTo>
                <a:lnTo>
                  <a:pt x="904875" y="276224"/>
                </a:lnTo>
                <a:cubicBezTo>
                  <a:pt x="904875" y="318309"/>
                  <a:pt x="870759" y="352425"/>
                  <a:pt x="8286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486650" y="5176838"/>
            <a:ext cx="7334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感知上下文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72475" y="518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624888" y="5081588"/>
            <a:ext cx="771525" cy="352425"/>
          </a:xfrm>
          <a:custGeom>
            <a:avLst/>
            <a:gdLst/>
            <a:ahLst/>
            <a:cxnLst/>
            <a:rect l="l" t="t" r="r" b="b"/>
            <a:pathLst>
              <a:path w="771525" h="352425">
                <a:moveTo>
                  <a:pt x="76201" y="0"/>
                </a:moveTo>
                <a:lnTo>
                  <a:pt x="695324" y="0"/>
                </a:lnTo>
                <a:cubicBezTo>
                  <a:pt x="737409" y="0"/>
                  <a:pt x="771525" y="34116"/>
                  <a:pt x="771525" y="76201"/>
                </a:cubicBezTo>
                <a:lnTo>
                  <a:pt x="771525" y="276224"/>
                </a:lnTo>
                <a:cubicBezTo>
                  <a:pt x="771525" y="318309"/>
                  <a:pt x="737409" y="352425"/>
                  <a:pt x="69532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743950" y="5176838"/>
            <a:ext cx="6000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智能决策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496425" y="518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9748838" y="5081588"/>
            <a:ext cx="771525" cy="352425"/>
          </a:xfrm>
          <a:custGeom>
            <a:avLst/>
            <a:gdLst/>
            <a:ahLst/>
            <a:cxnLst/>
            <a:rect l="l" t="t" r="r" b="b"/>
            <a:pathLst>
              <a:path w="771525" h="352425">
                <a:moveTo>
                  <a:pt x="76201" y="0"/>
                </a:moveTo>
                <a:lnTo>
                  <a:pt x="695324" y="0"/>
                </a:lnTo>
                <a:cubicBezTo>
                  <a:pt x="737409" y="0"/>
                  <a:pt x="771525" y="34116"/>
                  <a:pt x="771525" y="76201"/>
                </a:cubicBezTo>
                <a:lnTo>
                  <a:pt x="771525" y="276224"/>
                </a:lnTo>
                <a:cubicBezTo>
                  <a:pt x="771525" y="318309"/>
                  <a:pt x="737409" y="352425"/>
                  <a:pt x="69532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9867900" y="5176838"/>
            <a:ext cx="6000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自动执行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620375" y="518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872788" y="5081588"/>
            <a:ext cx="771525" cy="352425"/>
          </a:xfrm>
          <a:custGeom>
            <a:avLst/>
            <a:gdLst/>
            <a:ahLst/>
            <a:cxnLst/>
            <a:rect l="l" t="t" r="r" b="b"/>
            <a:pathLst>
              <a:path w="771525" h="352425">
                <a:moveTo>
                  <a:pt x="76201" y="0"/>
                </a:moveTo>
                <a:lnTo>
                  <a:pt x="695324" y="0"/>
                </a:lnTo>
                <a:cubicBezTo>
                  <a:pt x="737409" y="0"/>
                  <a:pt x="771525" y="34116"/>
                  <a:pt x="771525" y="76201"/>
                </a:cubicBezTo>
                <a:lnTo>
                  <a:pt x="771525" y="276224"/>
                </a:lnTo>
                <a:cubicBezTo>
                  <a:pt x="771525" y="318309"/>
                  <a:pt x="737409" y="352425"/>
                  <a:pt x="69532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0991850" y="5176838"/>
            <a:ext cx="6000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反馈学习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415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SOLO模式：AI全自动开发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Trae最具革命性的功能，实现从"辅助驾驶"到"自动驾驶"的跨越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185863"/>
            <a:ext cx="6781800" cy="809625"/>
          </a:xfrm>
          <a:custGeom>
            <a:avLst/>
            <a:gdLst/>
            <a:ahLst/>
            <a:cxnLst/>
            <a:rect l="l" t="t" r="r" b="b"/>
            <a:pathLst>
              <a:path w="6781800" h="809625">
                <a:moveTo>
                  <a:pt x="114303" y="0"/>
                </a:moveTo>
                <a:lnTo>
                  <a:pt x="6667497" y="0"/>
                </a:lnTo>
                <a:cubicBezTo>
                  <a:pt x="6730583" y="0"/>
                  <a:pt x="6781800" y="51217"/>
                  <a:pt x="6781800" y="114303"/>
                </a:cubicBezTo>
                <a:lnTo>
                  <a:pt x="6781800" y="695322"/>
                </a:lnTo>
                <a:cubicBezTo>
                  <a:pt x="6781800" y="758408"/>
                  <a:pt x="6730583" y="809625"/>
                  <a:pt x="66674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4825" y="1323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3413" y="1438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50019"/>
                </a:moveTo>
                <a:cubicBezTo>
                  <a:pt x="133320" y="150019"/>
                  <a:pt x="161806" y="129302"/>
                  <a:pt x="173236" y="100013"/>
                </a:cubicBezTo>
                <a:lnTo>
                  <a:pt x="175022" y="100013"/>
                </a:lnTo>
                <a:cubicBezTo>
                  <a:pt x="180960" y="100013"/>
                  <a:pt x="185738" y="95235"/>
                  <a:pt x="185738" y="89297"/>
                </a:cubicBezTo>
                <a:lnTo>
                  <a:pt x="185738" y="53578"/>
                </a:lnTo>
                <a:cubicBezTo>
                  <a:pt x="185738" y="47640"/>
                  <a:pt x="180960" y="42863"/>
                  <a:pt x="175022" y="42863"/>
                </a:cubicBezTo>
                <a:lnTo>
                  <a:pt x="173236" y="42863"/>
                </a:lnTo>
                <a:cubicBezTo>
                  <a:pt x="161806" y="13573"/>
                  <a:pt x="133320" y="-7144"/>
                  <a:pt x="100013" y="-7144"/>
                </a:cubicBezTo>
                <a:cubicBezTo>
                  <a:pt x="66705" y="-7144"/>
                  <a:pt x="38219" y="13573"/>
                  <a:pt x="26789" y="42863"/>
                </a:cubicBezTo>
                <a:lnTo>
                  <a:pt x="25003" y="42863"/>
                </a:lnTo>
                <a:cubicBezTo>
                  <a:pt x="19065" y="42863"/>
                  <a:pt x="14288" y="47640"/>
                  <a:pt x="14288" y="53578"/>
                </a:cubicBezTo>
                <a:lnTo>
                  <a:pt x="14288" y="89297"/>
                </a:lnTo>
                <a:cubicBezTo>
                  <a:pt x="14288" y="95235"/>
                  <a:pt x="19065" y="100013"/>
                  <a:pt x="25003" y="100013"/>
                </a:cubicBezTo>
                <a:lnTo>
                  <a:pt x="26789" y="100013"/>
                </a:lnTo>
                <a:cubicBezTo>
                  <a:pt x="38219" y="129302"/>
                  <a:pt x="66705" y="150019"/>
                  <a:pt x="100013" y="150019"/>
                </a:cubicBezTo>
                <a:close/>
                <a:moveTo>
                  <a:pt x="92869" y="35719"/>
                </a:moveTo>
                <a:lnTo>
                  <a:pt x="107156" y="35719"/>
                </a:lnTo>
                <a:cubicBezTo>
                  <a:pt x="130820" y="35719"/>
                  <a:pt x="150019" y="54918"/>
                  <a:pt x="150019" y="78581"/>
                </a:cubicBezTo>
                <a:cubicBezTo>
                  <a:pt x="150019" y="102245"/>
                  <a:pt x="130820" y="121444"/>
                  <a:pt x="107156" y="121444"/>
                </a:cubicBezTo>
                <a:lnTo>
                  <a:pt x="92869" y="121444"/>
                </a:lnTo>
                <a:cubicBezTo>
                  <a:pt x="69205" y="121444"/>
                  <a:pt x="50006" y="102245"/>
                  <a:pt x="50006" y="78581"/>
                </a:cubicBezTo>
                <a:cubicBezTo>
                  <a:pt x="50006" y="54918"/>
                  <a:pt x="69205" y="35719"/>
                  <a:pt x="92869" y="35719"/>
                </a:cubicBezTo>
                <a:close/>
                <a:moveTo>
                  <a:pt x="7144" y="216366"/>
                </a:moveTo>
                <a:cubicBezTo>
                  <a:pt x="7144" y="223108"/>
                  <a:pt x="12636" y="228600"/>
                  <a:pt x="19377" y="228600"/>
                </a:cubicBezTo>
                <a:lnTo>
                  <a:pt x="42863" y="228600"/>
                </a:lnTo>
                <a:lnTo>
                  <a:pt x="42863" y="207169"/>
                </a:lnTo>
                <a:cubicBezTo>
                  <a:pt x="42863" y="199266"/>
                  <a:pt x="49247" y="192881"/>
                  <a:pt x="57150" y="192881"/>
                </a:cubicBezTo>
                <a:lnTo>
                  <a:pt x="142875" y="192881"/>
                </a:lnTo>
                <a:cubicBezTo>
                  <a:pt x="150778" y="192881"/>
                  <a:pt x="157163" y="199266"/>
                  <a:pt x="157163" y="207169"/>
                </a:cubicBezTo>
                <a:lnTo>
                  <a:pt x="157163" y="228600"/>
                </a:lnTo>
                <a:lnTo>
                  <a:pt x="180648" y="228600"/>
                </a:lnTo>
                <a:cubicBezTo>
                  <a:pt x="187389" y="228600"/>
                  <a:pt x="192881" y="223108"/>
                  <a:pt x="192881" y="216366"/>
                </a:cubicBezTo>
                <a:cubicBezTo>
                  <a:pt x="192881" y="189667"/>
                  <a:pt x="178638" y="166271"/>
                  <a:pt x="157341" y="153412"/>
                </a:cubicBezTo>
                <a:cubicBezTo>
                  <a:pt x="141089" y="164797"/>
                  <a:pt x="121354" y="171450"/>
                  <a:pt x="100012" y="171450"/>
                </a:cubicBezTo>
                <a:cubicBezTo>
                  <a:pt x="78671" y="171450"/>
                  <a:pt x="58936" y="164797"/>
                  <a:pt x="42684" y="153412"/>
                </a:cubicBezTo>
                <a:cubicBezTo>
                  <a:pt x="21387" y="166271"/>
                  <a:pt x="7144" y="189667"/>
                  <a:pt x="7144" y="216366"/>
                </a:cubicBezTo>
                <a:close/>
                <a:moveTo>
                  <a:pt x="81841" y="63178"/>
                </a:moveTo>
                <a:cubicBezTo>
                  <a:pt x="81439" y="61704"/>
                  <a:pt x="80099" y="60722"/>
                  <a:pt x="78581" y="60722"/>
                </a:cubicBezTo>
                <a:cubicBezTo>
                  <a:pt x="77063" y="60722"/>
                  <a:pt x="75724" y="61704"/>
                  <a:pt x="75322" y="63178"/>
                </a:cubicBezTo>
                <a:lnTo>
                  <a:pt x="72643" y="72643"/>
                </a:lnTo>
                <a:lnTo>
                  <a:pt x="63178" y="75322"/>
                </a:lnTo>
                <a:cubicBezTo>
                  <a:pt x="61704" y="75724"/>
                  <a:pt x="60722" y="77063"/>
                  <a:pt x="60722" y="78581"/>
                </a:cubicBezTo>
                <a:cubicBezTo>
                  <a:pt x="60722" y="80099"/>
                  <a:pt x="61704" y="81439"/>
                  <a:pt x="63178" y="81841"/>
                </a:cubicBezTo>
                <a:lnTo>
                  <a:pt x="72643" y="84519"/>
                </a:lnTo>
                <a:lnTo>
                  <a:pt x="75322" y="93985"/>
                </a:lnTo>
                <a:cubicBezTo>
                  <a:pt x="75724" y="95458"/>
                  <a:pt x="77063" y="96441"/>
                  <a:pt x="78581" y="96441"/>
                </a:cubicBezTo>
                <a:cubicBezTo>
                  <a:pt x="80099" y="96441"/>
                  <a:pt x="81439" y="95458"/>
                  <a:pt x="81841" y="93985"/>
                </a:cubicBezTo>
                <a:lnTo>
                  <a:pt x="84519" y="84519"/>
                </a:lnTo>
                <a:lnTo>
                  <a:pt x="93985" y="81841"/>
                </a:lnTo>
                <a:cubicBezTo>
                  <a:pt x="95458" y="81439"/>
                  <a:pt x="96441" y="80099"/>
                  <a:pt x="96441" y="78581"/>
                </a:cubicBezTo>
                <a:cubicBezTo>
                  <a:pt x="96441" y="77063"/>
                  <a:pt x="95458" y="75724"/>
                  <a:pt x="93985" y="75322"/>
                </a:cubicBezTo>
                <a:lnTo>
                  <a:pt x="84519" y="72643"/>
                </a:lnTo>
                <a:lnTo>
                  <a:pt x="81841" y="63178"/>
                </a:lnTo>
                <a:close/>
                <a:moveTo>
                  <a:pt x="67866" y="217884"/>
                </a:moveTo>
                <a:lnTo>
                  <a:pt x="67866" y="228600"/>
                </a:lnTo>
                <a:lnTo>
                  <a:pt x="89297" y="228600"/>
                </a:lnTo>
                <a:lnTo>
                  <a:pt x="89297" y="217884"/>
                </a:lnTo>
                <a:cubicBezTo>
                  <a:pt x="89297" y="211946"/>
                  <a:pt x="84519" y="207169"/>
                  <a:pt x="78581" y="207169"/>
                </a:cubicBezTo>
                <a:cubicBezTo>
                  <a:pt x="72643" y="207169"/>
                  <a:pt x="67866" y="211946"/>
                  <a:pt x="67866" y="217884"/>
                </a:cubicBezTo>
                <a:close/>
                <a:moveTo>
                  <a:pt x="121444" y="207169"/>
                </a:moveTo>
                <a:cubicBezTo>
                  <a:pt x="115506" y="207169"/>
                  <a:pt x="110728" y="211946"/>
                  <a:pt x="110728" y="217884"/>
                </a:cubicBezTo>
                <a:lnTo>
                  <a:pt x="110728" y="228600"/>
                </a:lnTo>
                <a:lnTo>
                  <a:pt x="132159" y="228600"/>
                </a:lnTo>
                <a:lnTo>
                  <a:pt x="132159" y="217884"/>
                </a:lnTo>
                <a:cubicBezTo>
                  <a:pt x="132159" y="211946"/>
                  <a:pt x="127382" y="207169"/>
                  <a:pt x="121444" y="20716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76325" y="1304925"/>
            <a:ext cx="2867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SOLO模式核心特性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325" y="1609725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进入SOLO模式后，AI将像专业工程师一样工作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081212"/>
            <a:ext cx="3343275" cy="723900"/>
          </a:xfrm>
          <a:custGeom>
            <a:avLst/>
            <a:gdLst/>
            <a:ahLst/>
            <a:cxnLst/>
            <a:rect l="l" t="t" r="r" b="b"/>
            <a:pathLst>
              <a:path w="3343275" h="723900">
                <a:moveTo>
                  <a:pt x="114297" y="0"/>
                </a:moveTo>
                <a:lnTo>
                  <a:pt x="3228978" y="0"/>
                </a:lnTo>
                <a:cubicBezTo>
                  <a:pt x="3292103" y="0"/>
                  <a:pt x="3343275" y="51172"/>
                  <a:pt x="3343275" y="114297"/>
                </a:cubicBezTo>
                <a:lnTo>
                  <a:pt x="3343275" y="609603"/>
                </a:lnTo>
                <a:cubicBezTo>
                  <a:pt x="3343275" y="672728"/>
                  <a:pt x="3292103" y="723900"/>
                  <a:pt x="322897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50069" y="22288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95338" y="22002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自主规划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4825" y="2466975"/>
            <a:ext cx="3171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AI分析需求，生成详细的执行计划和任务拆解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8558" y="2081212"/>
            <a:ext cx="3343275" cy="723900"/>
          </a:xfrm>
          <a:custGeom>
            <a:avLst/>
            <a:gdLst/>
            <a:ahLst/>
            <a:cxnLst/>
            <a:rect l="l" t="t" r="r" b="b"/>
            <a:pathLst>
              <a:path w="3343275" h="723900">
                <a:moveTo>
                  <a:pt x="114297" y="0"/>
                </a:moveTo>
                <a:lnTo>
                  <a:pt x="3228978" y="0"/>
                </a:lnTo>
                <a:cubicBezTo>
                  <a:pt x="3292103" y="0"/>
                  <a:pt x="3343275" y="51172"/>
                  <a:pt x="3343275" y="114297"/>
                </a:cubicBezTo>
                <a:lnTo>
                  <a:pt x="3343275" y="609603"/>
                </a:lnTo>
                <a:cubicBezTo>
                  <a:pt x="3343275" y="672728"/>
                  <a:pt x="3292103" y="723900"/>
                  <a:pt x="322897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961433" y="2228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228133" y="22002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多任务并行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7620" y="2466975"/>
            <a:ext cx="3171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支持同时处理多个不冲突的任务，提升效率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2888456"/>
            <a:ext cx="3343275" cy="723900"/>
          </a:xfrm>
          <a:custGeom>
            <a:avLst/>
            <a:gdLst/>
            <a:ahLst/>
            <a:cxnLst/>
            <a:rect l="l" t="t" r="r" b="b"/>
            <a:pathLst>
              <a:path w="3343275" h="723900">
                <a:moveTo>
                  <a:pt x="114297" y="0"/>
                </a:moveTo>
                <a:lnTo>
                  <a:pt x="3228978" y="0"/>
                </a:lnTo>
                <a:cubicBezTo>
                  <a:pt x="3292103" y="0"/>
                  <a:pt x="3343275" y="51172"/>
                  <a:pt x="3343275" y="114297"/>
                </a:cubicBezTo>
                <a:lnTo>
                  <a:pt x="3343275" y="609603"/>
                </a:lnTo>
                <a:cubicBezTo>
                  <a:pt x="3343275" y="672728"/>
                  <a:pt x="3292103" y="723900"/>
                  <a:pt x="322897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28638" y="30360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18752"/>
                </a:moveTo>
                <a:lnTo>
                  <a:pt x="58936" y="32147"/>
                </a:lnTo>
                <a:lnTo>
                  <a:pt x="112514" y="32147"/>
                </a:lnTo>
                <a:lnTo>
                  <a:pt x="112514" y="18752"/>
                </a:lnTo>
                <a:cubicBezTo>
                  <a:pt x="112514" y="17279"/>
                  <a:pt x="111309" y="16073"/>
                  <a:pt x="109835" y="16073"/>
                </a:cubicBezTo>
                <a:lnTo>
                  <a:pt x="61615" y="16073"/>
                </a:lnTo>
                <a:cubicBezTo>
                  <a:pt x="60141" y="16073"/>
                  <a:pt x="58936" y="17279"/>
                  <a:pt x="58936" y="18752"/>
                </a:cubicBezTo>
                <a:close/>
                <a:moveTo>
                  <a:pt x="42863" y="32147"/>
                </a:moveTo>
                <a:lnTo>
                  <a:pt x="42863" y="18752"/>
                </a:lnTo>
                <a:cubicBezTo>
                  <a:pt x="42863" y="8405"/>
                  <a:pt x="51268" y="0"/>
                  <a:pt x="61615" y="0"/>
                </a:cubicBezTo>
                <a:lnTo>
                  <a:pt x="109835" y="0"/>
                </a:lnTo>
                <a:cubicBezTo>
                  <a:pt x="120182" y="0"/>
                  <a:pt x="128588" y="8405"/>
                  <a:pt x="128588" y="18752"/>
                </a:cubicBezTo>
                <a:lnTo>
                  <a:pt x="128588" y="32147"/>
                </a:lnTo>
                <a:lnTo>
                  <a:pt x="137997" y="32147"/>
                </a:lnTo>
                <a:cubicBezTo>
                  <a:pt x="142250" y="32147"/>
                  <a:pt x="146335" y="33855"/>
                  <a:pt x="149349" y="36868"/>
                </a:cubicBezTo>
                <a:lnTo>
                  <a:pt x="166728" y="54248"/>
                </a:lnTo>
                <a:cubicBezTo>
                  <a:pt x="169742" y="57262"/>
                  <a:pt x="171450" y="61347"/>
                  <a:pt x="171450" y="65600"/>
                </a:cubicBezTo>
                <a:lnTo>
                  <a:pt x="171450" y="91083"/>
                </a:lnTo>
                <a:lnTo>
                  <a:pt x="125909" y="91083"/>
                </a:lnTo>
                <a:lnTo>
                  <a:pt x="125909" y="85725"/>
                </a:lnTo>
                <a:cubicBezTo>
                  <a:pt x="125909" y="81271"/>
                  <a:pt x="122326" y="77688"/>
                  <a:pt x="117872" y="77688"/>
                </a:cubicBezTo>
                <a:cubicBezTo>
                  <a:pt x="113418" y="77688"/>
                  <a:pt x="109835" y="81271"/>
                  <a:pt x="109835" y="85725"/>
                </a:cubicBezTo>
                <a:lnTo>
                  <a:pt x="109835" y="91083"/>
                </a:lnTo>
                <a:lnTo>
                  <a:pt x="61615" y="91083"/>
                </a:lnTo>
                <a:lnTo>
                  <a:pt x="61615" y="85725"/>
                </a:lnTo>
                <a:cubicBezTo>
                  <a:pt x="61615" y="81271"/>
                  <a:pt x="58032" y="77688"/>
                  <a:pt x="53578" y="77688"/>
                </a:cubicBezTo>
                <a:cubicBezTo>
                  <a:pt x="49124" y="77688"/>
                  <a:pt x="45541" y="81271"/>
                  <a:pt x="45541" y="85725"/>
                </a:cubicBezTo>
                <a:lnTo>
                  <a:pt x="45541" y="91083"/>
                </a:lnTo>
                <a:lnTo>
                  <a:pt x="0" y="91083"/>
                </a:lnTo>
                <a:lnTo>
                  <a:pt x="0" y="65600"/>
                </a:lnTo>
                <a:cubicBezTo>
                  <a:pt x="0" y="61347"/>
                  <a:pt x="1708" y="57262"/>
                  <a:pt x="4722" y="54248"/>
                </a:cubicBezTo>
                <a:lnTo>
                  <a:pt x="22101" y="36868"/>
                </a:lnTo>
                <a:cubicBezTo>
                  <a:pt x="25115" y="33855"/>
                  <a:pt x="29200" y="32147"/>
                  <a:pt x="33453" y="32147"/>
                </a:cubicBezTo>
                <a:lnTo>
                  <a:pt x="42863" y="32147"/>
                </a:lnTo>
                <a:close/>
                <a:moveTo>
                  <a:pt x="0" y="139303"/>
                </a:moveTo>
                <a:lnTo>
                  <a:pt x="0" y="107156"/>
                </a:lnTo>
                <a:lnTo>
                  <a:pt x="45541" y="107156"/>
                </a:lnTo>
                <a:lnTo>
                  <a:pt x="45541" y="112514"/>
                </a:lnTo>
                <a:cubicBezTo>
                  <a:pt x="45541" y="116968"/>
                  <a:pt x="49124" y="120551"/>
                  <a:pt x="53578" y="120551"/>
                </a:cubicBezTo>
                <a:cubicBezTo>
                  <a:pt x="58032" y="120551"/>
                  <a:pt x="61615" y="116968"/>
                  <a:pt x="61615" y="112514"/>
                </a:cubicBezTo>
                <a:lnTo>
                  <a:pt x="61615" y="107156"/>
                </a:lnTo>
                <a:lnTo>
                  <a:pt x="109835" y="107156"/>
                </a:lnTo>
                <a:lnTo>
                  <a:pt x="109835" y="112514"/>
                </a:lnTo>
                <a:cubicBezTo>
                  <a:pt x="109835" y="116968"/>
                  <a:pt x="113418" y="120551"/>
                  <a:pt x="117872" y="120551"/>
                </a:cubicBezTo>
                <a:cubicBezTo>
                  <a:pt x="122326" y="120551"/>
                  <a:pt x="125909" y="116968"/>
                  <a:pt x="125909" y="112514"/>
                </a:cubicBezTo>
                <a:lnTo>
                  <a:pt x="125909" y="107156"/>
                </a:lnTo>
                <a:lnTo>
                  <a:pt x="171450" y="107156"/>
                </a:lnTo>
                <a:lnTo>
                  <a:pt x="171450" y="139303"/>
                </a:lnTo>
                <a:cubicBezTo>
                  <a:pt x="171450" y="151124"/>
                  <a:pt x="161839" y="160734"/>
                  <a:pt x="150019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95338" y="300751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工具调用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4825" y="3274219"/>
            <a:ext cx="3171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AI可自主使用终端、文件操作、浏览器等工具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8558" y="2888456"/>
            <a:ext cx="3343275" cy="723900"/>
          </a:xfrm>
          <a:custGeom>
            <a:avLst/>
            <a:gdLst/>
            <a:ahLst/>
            <a:cxnLst/>
            <a:rect l="l" t="t" r="r" b="b"/>
            <a:pathLst>
              <a:path w="3343275" h="723900">
                <a:moveTo>
                  <a:pt x="114297" y="0"/>
                </a:moveTo>
                <a:lnTo>
                  <a:pt x="3228978" y="0"/>
                </a:lnTo>
                <a:cubicBezTo>
                  <a:pt x="3292103" y="0"/>
                  <a:pt x="3343275" y="51172"/>
                  <a:pt x="3343275" y="114297"/>
                </a:cubicBezTo>
                <a:lnTo>
                  <a:pt x="3343275" y="609603"/>
                </a:lnTo>
                <a:cubicBezTo>
                  <a:pt x="3343275" y="672728"/>
                  <a:pt x="3292103" y="723900"/>
                  <a:pt x="322897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950717" y="303609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228133" y="3007519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自我修正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37620" y="3274219"/>
            <a:ext cx="3171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遇到报错时，AI自动分析日志并尝试修复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3695700"/>
            <a:ext cx="6781800" cy="1247775"/>
          </a:xfrm>
          <a:custGeom>
            <a:avLst/>
            <a:gdLst/>
            <a:ahLst/>
            <a:cxnLst/>
            <a:rect l="l" t="t" r="r" b="b"/>
            <a:pathLst>
              <a:path w="6781800" h="1247775">
                <a:moveTo>
                  <a:pt x="114296" y="0"/>
                </a:moveTo>
                <a:lnTo>
                  <a:pt x="6667504" y="0"/>
                </a:lnTo>
                <a:cubicBezTo>
                  <a:pt x="6730628" y="0"/>
                  <a:pt x="6781800" y="51172"/>
                  <a:pt x="6781800" y="114296"/>
                </a:cubicBezTo>
                <a:lnTo>
                  <a:pt x="6781800" y="1133479"/>
                </a:lnTo>
                <a:cubicBezTo>
                  <a:pt x="6781800" y="1196603"/>
                  <a:pt x="6730628" y="1247775"/>
                  <a:pt x="6667504" y="1247775"/>
                </a:cubicBezTo>
                <a:lnTo>
                  <a:pt x="114296" y="1247775"/>
                </a:lnTo>
                <a:cubicBezTo>
                  <a:pt x="51172" y="1247775"/>
                  <a:pt x="0" y="1196603"/>
                  <a:pt x="0" y="11334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28638" y="38528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7250" y="381476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9587" y="4162425"/>
            <a:ext cx="3200400" cy="657225"/>
          </a:xfrm>
          <a:custGeom>
            <a:avLst/>
            <a:gdLst/>
            <a:ahLst/>
            <a:cxnLst/>
            <a:rect l="l" t="t" r="r" b="b"/>
            <a:pathLst>
              <a:path w="3200400" h="657225">
                <a:moveTo>
                  <a:pt x="76199" y="0"/>
                </a:moveTo>
                <a:lnTo>
                  <a:pt x="3124201" y="0"/>
                </a:lnTo>
                <a:cubicBezTo>
                  <a:pt x="3166285" y="0"/>
                  <a:pt x="3200400" y="34115"/>
                  <a:pt x="3200400" y="76199"/>
                </a:cubicBezTo>
                <a:lnTo>
                  <a:pt x="3200400" y="581026"/>
                </a:lnTo>
                <a:cubicBezTo>
                  <a:pt x="3200400" y="623110"/>
                  <a:pt x="3166285" y="657225"/>
                  <a:pt x="31242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90550" y="4243388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0550" y="4243388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/plan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0550" y="454818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让AI先生成任务规划，确认后再执行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37608" y="4162425"/>
            <a:ext cx="3200400" cy="657225"/>
          </a:xfrm>
          <a:custGeom>
            <a:avLst/>
            <a:gdLst/>
            <a:ahLst/>
            <a:cxnLst/>
            <a:rect l="l" t="t" r="r" b="b"/>
            <a:pathLst>
              <a:path w="3200400" h="657225">
                <a:moveTo>
                  <a:pt x="76199" y="0"/>
                </a:moveTo>
                <a:lnTo>
                  <a:pt x="3124201" y="0"/>
                </a:lnTo>
                <a:cubicBezTo>
                  <a:pt x="3166285" y="0"/>
                  <a:pt x="3200400" y="34115"/>
                  <a:pt x="3200400" y="76199"/>
                </a:cubicBezTo>
                <a:lnTo>
                  <a:pt x="3200400" y="581026"/>
                </a:lnTo>
                <a:cubicBezTo>
                  <a:pt x="3200400" y="623110"/>
                  <a:pt x="3166285" y="657225"/>
                  <a:pt x="312420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918570" y="4243388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918570" y="4243388"/>
            <a:ext cx="619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/spec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18570" y="454818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生成详细的技术规格说明书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029200"/>
            <a:ext cx="6781800" cy="981075"/>
          </a:xfrm>
          <a:custGeom>
            <a:avLst/>
            <a:gdLst/>
            <a:ahLst/>
            <a:cxnLst/>
            <a:rect l="l" t="t" r="r" b="b"/>
            <a:pathLst>
              <a:path w="6781800" h="981075">
                <a:moveTo>
                  <a:pt x="114295" y="0"/>
                </a:moveTo>
                <a:lnTo>
                  <a:pt x="6667505" y="0"/>
                </a:lnTo>
                <a:cubicBezTo>
                  <a:pt x="6730628" y="0"/>
                  <a:pt x="6781800" y="51172"/>
                  <a:pt x="6781800" y="114295"/>
                </a:cubicBezTo>
                <a:lnTo>
                  <a:pt x="6781800" y="866780"/>
                </a:lnTo>
                <a:cubicBezTo>
                  <a:pt x="6781800" y="929903"/>
                  <a:pt x="6730628" y="981075"/>
                  <a:pt x="6667505" y="981075"/>
                </a:cubicBezTo>
                <a:lnTo>
                  <a:pt x="114295" y="981075"/>
                </a:lnTo>
                <a:cubicBezTo>
                  <a:pt x="51172" y="981075"/>
                  <a:pt x="0" y="929903"/>
                  <a:pt x="0" y="86678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28638" y="51863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09625" y="5148263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CUE上下文理解引擎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9625" y="5453063"/>
            <a:ext cx="6305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Trae的"大脑"，自动分析项目结构，智能抓取相关文件作为上下文，无需频繁手动引用。支持 </a:t>
            </a: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自动上下文加载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、 </a:t>
            </a: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精准代码引用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和 </a:t>
            </a: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实时增量更新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89453" y="1185863"/>
            <a:ext cx="4514850" cy="2543175"/>
          </a:xfrm>
          <a:custGeom>
            <a:avLst/>
            <a:gdLst/>
            <a:ahLst/>
            <a:cxnLst/>
            <a:rect l="l" t="t" r="r" b="b"/>
            <a:pathLst>
              <a:path w="4514850" h="2543175">
                <a:moveTo>
                  <a:pt x="114290" y="0"/>
                </a:moveTo>
                <a:lnTo>
                  <a:pt x="4400560" y="0"/>
                </a:lnTo>
                <a:cubicBezTo>
                  <a:pt x="4463680" y="0"/>
                  <a:pt x="4514850" y="51170"/>
                  <a:pt x="4514850" y="114290"/>
                </a:cubicBezTo>
                <a:lnTo>
                  <a:pt x="4514850" y="2428885"/>
                </a:lnTo>
                <a:cubicBezTo>
                  <a:pt x="4514850" y="2492005"/>
                  <a:pt x="4463680" y="2543175"/>
                  <a:pt x="4400560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0" descr="https://kimi-web-img.moonshot.cn/img/static.vecteezy.com/84f9700614e5dc6319a3df7f92400b6a593d9370.jpg"/>
          <p:cNvPicPr>
            <a:picLocks noChangeAspect="1"/>
          </p:cNvPicPr>
          <p:nvPr/>
        </p:nvPicPr>
        <p:blipFill>
          <a:blip r:embed="rId3">
            <a:alphaModFix amt="70000"/>
          </a:blip>
          <a:srcRect t="20" b="20"/>
          <a:stretch/>
        </p:blipFill>
        <p:spPr>
          <a:xfrm>
            <a:off x="7294215" y="1190625"/>
            <a:ext cx="4505325" cy="2533650"/>
          </a:xfrm>
          <a:prstGeom prst="roundRect">
            <a:avLst>
              <a:gd name="adj" fmla="val 4511"/>
            </a:avLst>
          </a:prstGeom>
        </p:spPr>
      </p:pic>
      <p:sp>
        <p:nvSpPr>
          <p:cNvPr id="43" name="Shape 40"/>
          <p:cNvSpPr/>
          <p:nvPr/>
        </p:nvSpPr>
        <p:spPr>
          <a:xfrm>
            <a:off x="7289453" y="3854872"/>
            <a:ext cx="4514850" cy="1533525"/>
          </a:xfrm>
          <a:custGeom>
            <a:avLst/>
            <a:gdLst/>
            <a:ahLst/>
            <a:cxnLst/>
            <a:rect l="l" t="t" r="r" b="b"/>
            <a:pathLst>
              <a:path w="4514850" h="1533525">
                <a:moveTo>
                  <a:pt x="114294" y="0"/>
                </a:moveTo>
                <a:lnTo>
                  <a:pt x="4400556" y="0"/>
                </a:lnTo>
                <a:cubicBezTo>
                  <a:pt x="4463679" y="0"/>
                  <a:pt x="4514850" y="51171"/>
                  <a:pt x="4514850" y="114294"/>
                </a:cubicBezTo>
                <a:lnTo>
                  <a:pt x="4514850" y="1419231"/>
                </a:lnTo>
                <a:cubicBezTo>
                  <a:pt x="4514850" y="1482354"/>
                  <a:pt x="4463679" y="1533525"/>
                  <a:pt x="4400556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1"/>
          <p:cNvSpPr/>
          <p:nvPr/>
        </p:nvSpPr>
        <p:spPr>
          <a:xfrm>
            <a:off x="7432328" y="40120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7760940" y="3973934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Skills技能系统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08515" y="4316834"/>
            <a:ext cx="434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为Trae扩展新能力，提升专业化水平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427565" y="461210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7651403" y="4583534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项目级Skills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：当前项目特定规则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427565" y="48597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7651403" y="4831184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全局Skills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：跨项目通用能力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419231" y="510740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7651403" y="5078834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自定义Skills</a:t>
            </a: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：编写Prompt或脚本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289453" y="5512222"/>
            <a:ext cx="4514850" cy="1266825"/>
          </a:xfrm>
          <a:custGeom>
            <a:avLst/>
            <a:gdLst/>
            <a:ahLst/>
            <a:cxnLst/>
            <a:rect l="l" t="t" r="r" b="b"/>
            <a:pathLst>
              <a:path w="4514850" h="1266825">
                <a:moveTo>
                  <a:pt x="114306" y="0"/>
                </a:moveTo>
                <a:lnTo>
                  <a:pt x="4400544" y="0"/>
                </a:lnTo>
                <a:cubicBezTo>
                  <a:pt x="4463674" y="0"/>
                  <a:pt x="4514850" y="51176"/>
                  <a:pt x="4514850" y="114306"/>
                </a:cubicBezTo>
                <a:lnTo>
                  <a:pt x="4514850" y="1152519"/>
                </a:lnTo>
                <a:cubicBezTo>
                  <a:pt x="4514850" y="1215649"/>
                  <a:pt x="4463674" y="1266825"/>
                  <a:pt x="44005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1"/>
          <p:cNvSpPr/>
          <p:nvPr/>
        </p:nvSpPr>
        <p:spPr>
          <a:xfrm>
            <a:off x="7432328" y="56693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2"/>
          <p:cNvSpPr/>
          <p:nvPr/>
        </p:nvSpPr>
        <p:spPr>
          <a:xfrm>
            <a:off x="7760940" y="5631284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安全沙箱机制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427565" y="60027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4"/>
          <p:cNvSpPr/>
          <p:nvPr/>
        </p:nvSpPr>
        <p:spPr>
          <a:xfrm>
            <a:off x="7651403" y="5974184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沙箱运行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（默认）：命令在受限环境执行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427565" y="625040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6"/>
          <p:cNvSpPr/>
          <p:nvPr/>
        </p:nvSpPr>
        <p:spPr>
          <a:xfrm>
            <a:off x="7651403" y="6221834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手动确认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：高风险命令需用户确认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427565" y="64980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8"/>
          <p:cNvSpPr/>
          <p:nvPr/>
        </p:nvSpPr>
        <p:spPr>
          <a:xfrm>
            <a:off x="7651403" y="6469484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自动运行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：信任命令可自动执行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强大的模型生态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内置全球顶尖AI模型，支持灵活切换和自定义接入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2733675" cy="1962150"/>
          </a:xfrm>
          <a:custGeom>
            <a:avLst/>
            <a:gdLst/>
            <a:ahLst/>
            <a:cxnLst/>
            <a:rect l="l" t="t" r="r" b="b"/>
            <a:pathLst>
              <a:path w="2733675" h="1962150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1847855"/>
                </a:lnTo>
                <a:cubicBezTo>
                  <a:pt x="2733675" y="1910978"/>
                  <a:pt x="2682503" y="1962150"/>
                  <a:pt x="2619380" y="1962150"/>
                </a:cubicBezTo>
                <a:lnTo>
                  <a:pt x="114295" y="1962150"/>
                </a:lnTo>
                <a:cubicBezTo>
                  <a:pt x="51172" y="1962150"/>
                  <a:pt x="0" y="1910978"/>
                  <a:pt x="0" y="18478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29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62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14425" y="1514475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3.5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781175"/>
            <a:ext cx="904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Sonnet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105025"/>
            <a:ext cx="2114550" cy="76200"/>
          </a:xfrm>
          <a:custGeom>
            <a:avLst/>
            <a:gdLst/>
            <a:ahLst/>
            <a:cxnLst/>
            <a:rect l="l" t="t" r="r" b="b"/>
            <a:pathLst>
              <a:path w="2114550" h="762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cubicBezTo>
                  <a:pt x="2114550" y="59128"/>
                  <a:pt x="2097478" y="76200"/>
                  <a:pt x="2076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42925" y="2105025"/>
            <a:ext cx="2009775" cy="76200"/>
          </a:xfrm>
          <a:custGeom>
            <a:avLst/>
            <a:gdLst/>
            <a:ahLst/>
            <a:cxnLst/>
            <a:rect l="l" t="t" r="r" b="b"/>
            <a:pathLst>
              <a:path w="2009775" h="76200">
                <a:moveTo>
                  <a:pt x="38100" y="0"/>
                </a:moveTo>
                <a:lnTo>
                  <a:pt x="1971675" y="0"/>
                </a:lnTo>
                <a:cubicBezTo>
                  <a:pt x="1992703" y="0"/>
                  <a:pt x="2009775" y="17072"/>
                  <a:pt x="2009775" y="38100"/>
                </a:cubicBezTo>
                <a:lnTo>
                  <a:pt x="2009775" y="38100"/>
                </a:lnTo>
                <a:cubicBezTo>
                  <a:pt x="2009775" y="59128"/>
                  <a:pt x="1992703" y="76200"/>
                  <a:pt x="1971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32261" y="206692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22955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编码能力卓越，逻辑推理强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2605088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  <a:lnTo>
                  <a:pt x="2419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50069" y="274796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14375" y="2724150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推荐：日常编码首选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81363" y="1338263"/>
            <a:ext cx="2733675" cy="1962150"/>
          </a:xfrm>
          <a:custGeom>
            <a:avLst/>
            <a:gdLst/>
            <a:ahLst/>
            <a:cxnLst/>
            <a:rect l="l" t="t" r="r" b="b"/>
            <a:pathLst>
              <a:path w="2733675" h="1962150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1847855"/>
                </a:lnTo>
                <a:cubicBezTo>
                  <a:pt x="2733675" y="1910978"/>
                  <a:pt x="2682503" y="1962150"/>
                  <a:pt x="2619380" y="1962150"/>
                </a:cubicBezTo>
                <a:lnTo>
                  <a:pt x="114295" y="1962150"/>
                </a:lnTo>
                <a:cubicBezTo>
                  <a:pt x="51172" y="1962150"/>
                  <a:pt x="0" y="1910978"/>
                  <a:pt x="0" y="18478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4385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5480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010025" y="1514475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10025" y="1781175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38525" y="2105025"/>
            <a:ext cx="2114550" cy="76200"/>
          </a:xfrm>
          <a:custGeom>
            <a:avLst/>
            <a:gdLst/>
            <a:ahLst/>
            <a:cxnLst/>
            <a:rect l="l" t="t" r="r" b="b"/>
            <a:pathLst>
              <a:path w="2114550" h="762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cubicBezTo>
                  <a:pt x="2114550" y="59128"/>
                  <a:pt x="2097478" y="76200"/>
                  <a:pt x="2076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38525" y="2105025"/>
            <a:ext cx="1943100" cy="76200"/>
          </a:xfrm>
          <a:custGeom>
            <a:avLst/>
            <a:gdLst/>
            <a:ahLst/>
            <a:cxnLst/>
            <a:rect l="l" t="t" r="r" b="b"/>
            <a:pathLst>
              <a:path w="1943100" h="76200">
                <a:moveTo>
                  <a:pt x="38100" y="0"/>
                </a:moveTo>
                <a:lnTo>
                  <a:pt x="1905000" y="0"/>
                </a:lnTo>
                <a:cubicBezTo>
                  <a:pt x="1926028" y="0"/>
                  <a:pt x="1943100" y="17072"/>
                  <a:pt x="1943100" y="38100"/>
                </a:cubicBezTo>
                <a:lnTo>
                  <a:pt x="1943100" y="38100"/>
                </a:lnTo>
                <a:cubicBezTo>
                  <a:pt x="1943100" y="59128"/>
                  <a:pt x="1926028" y="76200"/>
                  <a:pt x="19050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31879" y="206692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38525" y="22955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综合能力最强，响应速度快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38525" y="2605088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  <a:lnTo>
                  <a:pt x="2419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445669" y="274796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609975" y="2724150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推荐：复杂架构设计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963" y="1338263"/>
            <a:ext cx="2733675" cy="1962150"/>
          </a:xfrm>
          <a:custGeom>
            <a:avLst/>
            <a:gdLst/>
            <a:ahLst/>
            <a:cxnLst/>
            <a:rect l="l" t="t" r="r" b="b"/>
            <a:pathLst>
              <a:path w="2733675" h="1962150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1847855"/>
                </a:lnTo>
                <a:cubicBezTo>
                  <a:pt x="2733675" y="1910978"/>
                  <a:pt x="2682503" y="1962150"/>
                  <a:pt x="2619380" y="1962150"/>
                </a:cubicBezTo>
                <a:lnTo>
                  <a:pt x="114295" y="1962150"/>
                </a:lnTo>
                <a:cubicBezTo>
                  <a:pt x="51172" y="1962150"/>
                  <a:pt x="0" y="1910978"/>
                  <a:pt x="0" y="18478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3341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43663" y="16287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46323"/>
                </a:moveTo>
                <a:lnTo>
                  <a:pt x="111658" y="41486"/>
                </a:lnTo>
                <a:cubicBezTo>
                  <a:pt x="109240" y="40891"/>
                  <a:pt x="107454" y="38844"/>
                  <a:pt x="107193" y="36351"/>
                </a:cubicBezTo>
                <a:cubicBezTo>
                  <a:pt x="106933" y="33858"/>
                  <a:pt x="108235" y="31477"/>
                  <a:pt x="110430" y="30361"/>
                </a:cubicBezTo>
                <a:lnTo>
                  <a:pt x="125611" y="22771"/>
                </a:lnTo>
                <a:lnTo>
                  <a:pt x="109500" y="10678"/>
                </a:lnTo>
                <a:cubicBezTo>
                  <a:pt x="107454" y="9153"/>
                  <a:pt x="106598" y="6474"/>
                  <a:pt x="107417" y="4018"/>
                </a:cubicBezTo>
                <a:cubicBezTo>
                  <a:pt x="108235" y="1563"/>
                  <a:pt x="110542" y="0"/>
                  <a:pt x="113109" y="0"/>
                </a:cubicBezTo>
                <a:lnTo>
                  <a:pt x="172641" y="0"/>
                </a:lnTo>
                <a:cubicBezTo>
                  <a:pt x="183877" y="0"/>
                  <a:pt x="194481" y="5283"/>
                  <a:pt x="201216" y="14288"/>
                </a:cubicBezTo>
                <a:lnTo>
                  <a:pt x="222647" y="42862"/>
                </a:lnTo>
                <a:cubicBezTo>
                  <a:pt x="224954" y="45951"/>
                  <a:pt x="226219" y="49709"/>
                  <a:pt x="226219" y="53578"/>
                </a:cubicBezTo>
                <a:cubicBezTo>
                  <a:pt x="226219" y="63438"/>
                  <a:pt x="218219" y="71438"/>
                  <a:pt x="208359" y="71438"/>
                </a:cubicBezTo>
                <a:lnTo>
                  <a:pt x="200360" y="71438"/>
                </a:lnTo>
                <a:cubicBezTo>
                  <a:pt x="194035" y="71438"/>
                  <a:pt x="187970" y="68945"/>
                  <a:pt x="183505" y="64480"/>
                </a:cubicBezTo>
                <a:lnTo>
                  <a:pt x="178557" y="59531"/>
                </a:lnTo>
                <a:lnTo>
                  <a:pt x="166650" y="59531"/>
                </a:lnTo>
                <a:lnTo>
                  <a:pt x="166650" y="67531"/>
                </a:lnTo>
                <a:cubicBezTo>
                  <a:pt x="166650" y="76758"/>
                  <a:pt x="171413" y="85353"/>
                  <a:pt x="179226" y="90264"/>
                </a:cubicBezTo>
                <a:lnTo>
                  <a:pt x="218889" y="115044"/>
                </a:lnTo>
                <a:cubicBezTo>
                  <a:pt x="230832" y="122523"/>
                  <a:pt x="238088" y="135582"/>
                  <a:pt x="238088" y="149684"/>
                </a:cubicBezTo>
                <a:cubicBezTo>
                  <a:pt x="238088" y="172231"/>
                  <a:pt x="219819" y="190537"/>
                  <a:pt x="197234" y="190537"/>
                </a:cubicBezTo>
                <a:lnTo>
                  <a:pt x="12018" y="190500"/>
                </a:lnTo>
                <a:cubicBezTo>
                  <a:pt x="10790" y="190500"/>
                  <a:pt x="9562" y="190351"/>
                  <a:pt x="8446" y="189979"/>
                </a:cubicBezTo>
                <a:cubicBezTo>
                  <a:pt x="5023" y="188937"/>
                  <a:pt x="2232" y="186407"/>
                  <a:pt x="856" y="183059"/>
                </a:cubicBezTo>
                <a:cubicBezTo>
                  <a:pt x="372" y="181831"/>
                  <a:pt x="37" y="180491"/>
                  <a:pt x="0" y="179077"/>
                </a:cubicBezTo>
                <a:cubicBezTo>
                  <a:pt x="-74" y="177701"/>
                  <a:pt x="112" y="176361"/>
                  <a:pt x="484" y="175096"/>
                </a:cubicBezTo>
                <a:cubicBezTo>
                  <a:pt x="1525" y="171673"/>
                  <a:pt x="4056" y="168883"/>
                  <a:pt x="7404" y="167506"/>
                </a:cubicBezTo>
                <a:cubicBezTo>
                  <a:pt x="8520" y="167060"/>
                  <a:pt x="9711" y="166762"/>
                  <a:pt x="10939" y="166688"/>
                </a:cubicBezTo>
                <a:lnTo>
                  <a:pt x="161218" y="153293"/>
                </a:lnTo>
                <a:cubicBezTo>
                  <a:pt x="164306" y="153033"/>
                  <a:pt x="166688" y="150428"/>
                  <a:pt x="166688" y="147303"/>
                </a:cubicBezTo>
                <a:cubicBezTo>
                  <a:pt x="166688" y="145703"/>
                  <a:pt x="166055" y="144177"/>
                  <a:pt x="164939" y="143061"/>
                </a:cubicBezTo>
                <a:lnTo>
                  <a:pt x="148419" y="126541"/>
                </a:lnTo>
                <a:cubicBezTo>
                  <a:pt x="137257" y="115379"/>
                  <a:pt x="130969" y="100236"/>
                  <a:pt x="130969" y="84460"/>
                </a:cubicBezTo>
                <a:lnTo>
                  <a:pt x="130969" y="46323"/>
                </a:lnTo>
                <a:close/>
                <a:moveTo>
                  <a:pt x="190500" y="26901"/>
                </a:moveTo>
                <a:cubicBezTo>
                  <a:pt x="190500" y="26863"/>
                  <a:pt x="190500" y="26826"/>
                  <a:pt x="190500" y="26789"/>
                </a:cubicBezTo>
                <a:cubicBezTo>
                  <a:pt x="190500" y="26752"/>
                  <a:pt x="190500" y="26715"/>
                  <a:pt x="190500" y="26677"/>
                </a:cubicBezTo>
                <a:lnTo>
                  <a:pt x="190500" y="26901"/>
                </a:lnTo>
                <a:close/>
                <a:moveTo>
                  <a:pt x="190016" y="29654"/>
                </a:moveTo>
                <a:lnTo>
                  <a:pt x="172752" y="25338"/>
                </a:lnTo>
                <a:cubicBezTo>
                  <a:pt x="172678" y="25822"/>
                  <a:pt x="172641" y="26305"/>
                  <a:pt x="172641" y="26789"/>
                </a:cubicBezTo>
                <a:cubicBezTo>
                  <a:pt x="172641" y="31738"/>
                  <a:pt x="176622" y="35719"/>
                  <a:pt x="181570" y="35719"/>
                </a:cubicBezTo>
                <a:cubicBezTo>
                  <a:pt x="185514" y="35719"/>
                  <a:pt x="188826" y="33189"/>
                  <a:pt x="190016" y="29654"/>
                </a:cubicBezTo>
                <a:close/>
                <a:moveTo>
                  <a:pt x="48704" y="43346"/>
                </a:moveTo>
                <a:cubicBezTo>
                  <a:pt x="54769" y="37951"/>
                  <a:pt x="63736" y="37319"/>
                  <a:pt x="70470" y="41821"/>
                </a:cubicBezTo>
                <a:lnTo>
                  <a:pt x="119063" y="74191"/>
                </a:lnTo>
                <a:lnTo>
                  <a:pt x="119063" y="84423"/>
                </a:lnTo>
                <a:cubicBezTo>
                  <a:pt x="119063" y="96627"/>
                  <a:pt x="122188" y="108533"/>
                  <a:pt x="127992" y="119025"/>
                </a:cubicBezTo>
                <a:lnTo>
                  <a:pt x="41672" y="119025"/>
                </a:lnTo>
                <a:cubicBezTo>
                  <a:pt x="39179" y="119025"/>
                  <a:pt x="36947" y="117463"/>
                  <a:pt x="36091" y="115156"/>
                </a:cubicBezTo>
                <a:cubicBezTo>
                  <a:pt x="35235" y="112849"/>
                  <a:pt x="35905" y="110207"/>
                  <a:pt x="37802" y="108570"/>
                </a:cubicBezTo>
                <a:lnTo>
                  <a:pt x="63624" y="86432"/>
                </a:lnTo>
                <a:lnTo>
                  <a:pt x="6846" y="95176"/>
                </a:lnTo>
                <a:cubicBezTo>
                  <a:pt x="4242" y="95585"/>
                  <a:pt x="1674" y="94208"/>
                  <a:pt x="558" y="91827"/>
                </a:cubicBezTo>
                <a:cubicBezTo>
                  <a:pt x="-558" y="89446"/>
                  <a:pt x="37" y="86618"/>
                  <a:pt x="2009" y="84832"/>
                </a:cubicBezTo>
                <a:lnTo>
                  <a:pt x="48704" y="4334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05625" y="151447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5625" y="178117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4125" y="2105025"/>
            <a:ext cx="2105025" cy="76200"/>
          </a:xfrm>
          <a:custGeom>
            <a:avLst/>
            <a:gdLst/>
            <a:ahLst/>
            <a:cxnLst/>
            <a:rect l="l" t="t" r="r" b="b"/>
            <a:pathLst>
              <a:path w="2105025" h="76200">
                <a:moveTo>
                  <a:pt x="38100" y="0"/>
                </a:moveTo>
                <a:lnTo>
                  <a:pt x="2066925" y="0"/>
                </a:lnTo>
                <a:cubicBezTo>
                  <a:pt x="2087953" y="0"/>
                  <a:pt x="2105025" y="17072"/>
                  <a:pt x="2105025" y="38100"/>
                </a:cubicBezTo>
                <a:lnTo>
                  <a:pt x="2105025" y="38100"/>
                </a:lnTo>
                <a:cubicBezTo>
                  <a:pt x="2105025" y="59128"/>
                  <a:pt x="2087953" y="76200"/>
                  <a:pt x="2066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34125" y="2105025"/>
            <a:ext cx="1857375" cy="76200"/>
          </a:xfrm>
          <a:custGeom>
            <a:avLst/>
            <a:gdLst/>
            <a:ahLst/>
            <a:cxnLst/>
            <a:rect l="l" t="t" r="r" b="b"/>
            <a:pathLst>
              <a:path w="1857375" h="76200">
                <a:moveTo>
                  <a:pt x="38100" y="0"/>
                </a:moveTo>
                <a:lnTo>
                  <a:pt x="1819275" y="0"/>
                </a:lnTo>
                <a:cubicBezTo>
                  <a:pt x="1840303" y="0"/>
                  <a:pt x="1857375" y="17072"/>
                  <a:pt x="1857375" y="38100"/>
                </a:cubicBezTo>
                <a:lnTo>
                  <a:pt x="1857375" y="38100"/>
                </a:lnTo>
                <a:cubicBezTo>
                  <a:pt x="1857375" y="59128"/>
                  <a:pt x="1840303" y="76200"/>
                  <a:pt x="1819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17285" y="206692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34125" y="22955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国产高性能模型，性价比极高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4125" y="2605088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  <a:lnTo>
                  <a:pt x="2419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41269" y="2747963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505575" y="2724150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推荐：中文文档/注释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72563" y="1338263"/>
            <a:ext cx="2733675" cy="1962150"/>
          </a:xfrm>
          <a:custGeom>
            <a:avLst/>
            <a:gdLst/>
            <a:ahLst/>
            <a:cxnLst/>
            <a:rect l="l" t="t" r="r" b="b"/>
            <a:pathLst>
              <a:path w="2733675" h="1962150">
                <a:moveTo>
                  <a:pt x="114295" y="0"/>
                </a:moveTo>
                <a:lnTo>
                  <a:pt x="2619380" y="0"/>
                </a:lnTo>
                <a:cubicBezTo>
                  <a:pt x="2682503" y="0"/>
                  <a:pt x="2733675" y="51172"/>
                  <a:pt x="2733675" y="114295"/>
                </a:cubicBezTo>
                <a:lnTo>
                  <a:pt x="2733675" y="1847855"/>
                </a:lnTo>
                <a:cubicBezTo>
                  <a:pt x="2733675" y="1910978"/>
                  <a:pt x="2682503" y="1962150"/>
                  <a:pt x="2619380" y="1962150"/>
                </a:cubicBezTo>
                <a:lnTo>
                  <a:pt x="114295" y="1962150"/>
                </a:lnTo>
                <a:cubicBezTo>
                  <a:pt x="51172" y="1962150"/>
                  <a:pt x="0" y="1910978"/>
                  <a:pt x="0" y="18478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2297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7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363075" y="162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801225" y="15144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更多模型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01225" y="1781175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持续扩展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57109" y="2095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458325" y="2066925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GLM-4.7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257109" y="2343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458325" y="2314575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MiniMax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57109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458325" y="2562225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Doubao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229725" y="2871788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  <a:lnTo>
                  <a:pt x="2419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29725" y="3014663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0" y="57150"/>
                </a:moveTo>
                <a:cubicBezTo>
                  <a:pt x="0" y="37415"/>
                  <a:pt x="15984" y="21431"/>
                  <a:pt x="35719" y="21431"/>
                </a:cubicBezTo>
                <a:cubicBezTo>
                  <a:pt x="46970" y="21431"/>
                  <a:pt x="57552" y="26722"/>
                  <a:pt x="64294" y="35719"/>
                </a:cubicBezTo>
                <a:lnTo>
                  <a:pt x="71438" y="45251"/>
                </a:lnTo>
                <a:lnTo>
                  <a:pt x="78581" y="35719"/>
                </a:lnTo>
                <a:cubicBezTo>
                  <a:pt x="85323" y="26722"/>
                  <a:pt x="95905" y="21431"/>
                  <a:pt x="107156" y="21431"/>
                </a:cubicBezTo>
                <a:cubicBezTo>
                  <a:pt x="126891" y="21431"/>
                  <a:pt x="142875" y="37415"/>
                  <a:pt x="142875" y="57150"/>
                </a:cubicBezTo>
                <a:cubicBezTo>
                  <a:pt x="142875" y="76885"/>
                  <a:pt x="126891" y="92869"/>
                  <a:pt x="107156" y="92869"/>
                </a:cubicBezTo>
                <a:cubicBezTo>
                  <a:pt x="95905" y="92869"/>
                  <a:pt x="85323" y="87578"/>
                  <a:pt x="78581" y="78581"/>
                </a:cubicBezTo>
                <a:lnTo>
                  <a:pt x="71438" y="69049"/>
                </a:lnTo>
                <a:lnTo>
                  <a:pt x="64294" y="78581"/>
                </a:lnTo>
                <a:cubicBezTo>
                  <a:pt x="57552" y="87578"/>
                  <a:pt x="46970" y="92869"/>
                  <a:pt x="35719" y="92869"/>
                </a:cubicBezTo>
                <a:cubicBezTo>
                  <a:pt x="15984" y="92869"/>
                  <a:pt x="0" y="76885"/>
                  <a:pt x="0" y="57150"/>
                </a:cubicBezTo>
                <a:close/>
                <a:moveTo>
                  <a:pt x="62508" y="57150"/>
                </a:moveTo>
                <a:lnTo>
                  <a:pt x="52864" y="44291"/>
                </a:lnTo>
                <a:cubicBezTo>
                  <a:pt x="48823" y="38889"/>
                  <a:pt x="42461" y="35719"/>
                  <a:pt x="35719" y="35719"/>
                </a:cubicBezTo>
                <a:cubicBezTo>
                  <a:pt x="23887" y="35719"/>
                  <a:pt x="14288" y="45318"/>
                  <a:pt x="14288" y="57150"/>
                </a:cubicBezTo>
                <a:cubicBezTo>
                  <a:pt x="14288" y="68982"/>
                  <a:pt x="23887" y="78581"/>
                  <a:pt x="35719" y="78581"/>
                </a:cubicBezTo>
                <a:cubicBezTo>
                  <a:pt x="42461" y="78581"/>
                  <a:pt x="48823" y="75411"/>
                  <a:pt x="52864" y="70009"/>
                </a:cubicBezTo>
                <a:lnTo>
                  <a:pt x="62508" y="57150"/>
                </a:lnTo>
                <a:close/>
                <a:moveTo>
                  <a:pt x="80367" y="57150"/>
                </a:moveTo>
                <a:lnTo>
                  <a:pt x="90011" y="70009"/>
                </a:lnTo>
                <a:cubicBezTo>
                  <a:pt x="94052" y="75411"/>
                  <a:pt x="100414" y="78581"/>
                  <a:pt x="107156" y="78581"/>
                </a:cubicBezTo>
                <a:cubicBezTo>
                  <a:pt x="118988" y="78581"/>
                  <a:pt x="128588" y="68982"/>
                  <a:pt x="128588" y="57150"/>
                </a:cubicBezTo>
                <a:cubicBezTo>
                  <a:pt x="128588" y="45318"/>
                  <a:pt x="118988" y="35719"/>
                  <a:pt x="107156" y="35719"/>
                </a:cubicBezTo>
                <a:cubicBezTo>
                  <a:pt x="100414" y="35719"/>
                  <a:pt x="94052" y="38889"/>
                  <a:pt x="90011" y="44291"/>
                </a:cubicBezTo>
                <a:lnTo>
                  <a:pt x="80367" y="5715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401175" y="2990850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持续增加中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5763" y="3462338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2181231"/>
                </a:lnTo>
                <a:cubicBezTo>
                  <a:pt x="5629275" y="2244354"/>
                  <a:pt x="5578104" y="2295525"/>
                  <a:pt x="55149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81025" y="3657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26281" y="3790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90625" y="36576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自定义模型接入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90625" y="4000500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支持通过OpenAI兼容格式接入任意模型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95388" y="4348163"/>
            <a:ext cx="4619625" cy="1152525"/>
          </a:xfrm>
          <a:custGeom>
            <a:avLst/>
            <a:gdLst/>
            <a:ahLst/>
            <a:cxnLst/>
            <a:rect l="l" t="t" r="r" b="b"/>
            <a:pathLst>
              <a:path w="4619625" h="1152525">
                <a:moveTo>
                  <a:pt x="76205" y="0"/>
                </a:moveTo>
                <a:lnTo>
                  <a:pt x="4543420" y="0"/>
                </a:lnTo>
                <a:cubicBezTo>
                  <a:pt x="4585507" y="0"/>
                  <a:pt x="4619625" y="34118"/>
                  <a:pt x="4619625" y="76205"/>
                </a:cubicBezTo>
                <a:lnTo>
                  <a:pt x="4619625" y="1076320"/>
                </a:lnTo>
                <a:cubicBezTo>
                  <a:pt x="4619625" y="1118407"/>
                  <a:pt x="4585507" y="1152525"/>
                  <a:pt x="454342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314450" y="4467225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配置示例：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335881" y="4772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6407" y="7144"/>
                  <a:pt x="0" y="13551"/>
                  <a:pt x="0" y="21431"/>
                </a:cubicBezTo>
                <a:lnTo>
                  <a:pt x="0" y="35719"/>
                </a:lnTo>
                <a:cubicBezTo>
                  <a:pt x="0" y="43599"/>
                  <a:pt x="6407" y="50006"/>
                  <a:pt x="14288" y="50006"/>
                </a:cubicBezTo>
                <a:lnTo>
                  <a:pt x="85725" y="50006"/>
                </a:lnTo>
                <a:cubicBezTo>
                  <a:pt x="93605" y="50006"/>
                  <a:pt x="100013" y="43599"/>
                  <a:pt x="100013" y="35719"/>
                </a:cubicBezTo>
                <a:lnTo>
                  <a:pt x="100013" y="21431"/>
                </a:lnTo>
                <a:cubicBezTo>
                  <a:pt x="100013" y="13551"/>
                  <a:pt x="93605" y="7144"/>
                  <a:pt x="85725" y="7144"/>
                </a:cubicBezTo>
                <a:lnTo>
                  <a:pt x="14288" y="7144"/>
                </a:lnTo>
                <a:close/>
                <a:moveTo>
                  <a:pt x="62508" y="23217"/>
                </a:moveTo>
                <a:cubicBezTo>
                  <a:pt x="65465" y="23217"/>
                  <a:pt x="67866" y="25618"/>
                  <a:pt x="67866" y="28575"/>
                </a:cubicBezTo>
                <a:cubicBezTo>
                  <a:pt x="67866" y="31532"/>
                  <a:pt x="65465" y="33933"/>
                  <a:pt x="62508" y="33933"/>
                </a:cubicBezTo>
                <a:cubicBezTo>
                  <a:pt x="59551" y="33933"/>
                  <a:pt x="57150" y="31532"/>
                  <a:pt x="57150" y="28575"/>
                </a:cubicBezTo>
                <a:cubicBezTo>
                  <a:pt x="57150" y="25618"/>
                  <a:pt x="59551" y="23217"/>
                  <a:pt x="62508" y="23217"/>
                </a:cubicBezTo>
                <a:close/>
                <a:moveTo>
                  <a:pt x="75009" y="28575"/>
                </a:moveTo>
                <a:cubicBezTo>
                  <a:pt x="75009" y="25618"/>
                  <a:pt x="77410" y="23217"/>
                  <a:pt x="80367" y="23217"/>
                </a:cubicBezTo>
                <a:cubicBezTo>
                  <a:pt x="83324" y="23217"/>
                  <a:pt x="85725" y="25618"/>
                  <a:pt x="85725" y="28575"/>
                </a:cubicBezTo>
                <a:cubicBezTo>
                  <a:pt x="85725" y="31532"/>
                  <a:pt x="83324" y="33933"/>
                  <a:pt x="80367" y="33933"/>
                </a:cubicBezTo>
                <a:cubicBezTo>
                  <a:pt x="77410" y="33933"/>
                  <a:pt x="75009" y="31532"/>
                  <a:pt x="75009" y="28575"/>
                </a:cubicBezTo>
                <a:close/>
                <a:moveTo>
                  <a:pt x="14288" y="64294"/>
                </a:moveTo>
                <a:cubicBezTo>
                  <a:pt x="6407" y="64294"/>
                  <a:pt x="0" y="70701"/>
                  <a:pt x="0" y="78581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78581"/>
                </a:lnTo>
                <a:cubicBezTo>
                  <a:pt x="100013" y="70701"/>
                  <a:pt x="93605" y="64294"/>
                  <a:pt x="85725" y="64294"/>
                </a:cubicBezTo>
                <a:lnTo>
                  <a:pt x="14288" y="64294"/>
                </a:lnTo>
                <a:close/>
                <a:moveTo>
                  <a:pt x="62508" y="80367"/>
                </a:moveTo>
                <a:cubicBezTo>
                  <a:pt x="65465" y="80367"/>
                  <a:pt x="67866" y="82768"/>
                  <a:pt x="67866" y="85725"/>
                </a:cubicBezTo>
                <a:cubicBezTo>
                  <a:pt x="67866" y="88682"/>
                  <a:pt x="65465" y="91083"/>
                  <a:pt x="62508" y="91083"/>
                </a:cubicBezTo>
                <a:cubicBezTo>
                  <a:pt x="59551" y="91083"/>
                  <a:pt x="57150" y="88682"/>
                  <a:pt x="57150" y="85725"/>
                </a:cubicBezTo>
                <a:cubicBezTo>
                  <a:pt x="57150" y="82768"/>
                  <a:pt x="59551" y="80367"/>
                  <a:pt x="62508" y="80367"/>
                </a:cubicBezTo>
                <a:close/>
                <a:moveTo>
                  <a:pt x="75009" y="85725"/>
                </a:moveTo>
                <a:cubicBezTo>
                  <a:pt x="75009" y="82768"/>
                  <a:pt x="77410" y="80367"/>
                  <a:pt x="80367" y="80367"/>
                </a:cubicBezTo>
                <a:cubicBezTo>
                  <a:pt x="83324" y="80367"/>
                  <a:pt x="85725" y="82768"/>
                  <a:pt x="85725" y="85725"/>
                </a:cubicBezTo>
                <a:cubicBezTo>
                  <a:pt x="85725" y="88682"/>
                  <a:pt x="83324" y="91083"/>
                  <a:pt x="80367" y="91083"/>
                </a:cubicBezTo>
                <a:cubicBezTo>
                  <a:pt x="77410" y="91083"/>
                  <a:pt x="75009" y="88682"/>
                  <a:pt x="75009" y="857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457325" y="4733925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URL: </a:t>
            </a: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http://localhost:11434/v1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328738" y="5000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5009" y="78581"/>
                </a:moveTo>
                <a:cubicBezTo>
                  <a:pt x="96709" y="78581"/>
                  <a:pt x="114300" y="60990"/>
                  <a:pt x="114300" y="39291"/>
                </a:cubicBezTo>
                <a:cubicBezTo>
                  <a:pt x="114300" y="17591"/>
                  <a:pt x="96709" y="0"/>
                  <a:pt x="75009" y="0"/>
                </a:cubicBezTo>
                <a:cubicBezTo>
                  <a:pt x="53310" y="0"/>
                  <a:pt x="35719" y="17591"/>
                  <a:pt x="35719" y="39291"/>
                </a:cubicBezTo>
                <a:cubicBezTo>
                  <a:pt x="35719" y="43465"/>
                  <a:pt x="36366" y="47506"/>
                  <a:pt x="37572" y="51279"/>
                </a:cubicBezTo>
                <a:lnTo>
                  <a:pt x="1563" y="87288"/>
                </a:lnTo>
                <a:cubicBezTo>
                  <a:pt x="558" y="88292"/>
                  <a:pt x="0" y="89654"/>
                  <a:pt x="0" y="91083"/>
                </a:cubicBezTo>
                <a:lnTo>
                  <a:pt x="0" y="108942"/>
                </a:lnTo>
                <a:cubicBezTo>
                  <a:pt x="0" y="111911"/>
                  <a:pt x="2389" y="114300"/>
                  <a:pt x="5358" y="114300"/>
                </a:cubicBezTo>
                <a:lnTo>
                  <a:pt x="23217" y="114300"/>
                </a:lnTo>
                <a:cubicBezTo>
                  <a:pt x="26186" y="114300"/>
                  <a:pt x="28575" y="111911"/>
                  <a:pt x="28575" y="108942"/>
                </a:cubicBezTo>
                <a:lnTo>
                  <a:pt x="28575" y="100013"/>
                </a:lnTo>
                <a:lnTo>
                  <a:pt x="37505" y="100013"/>
                </a:lnTo>
                <a:cubicBezTo>
                  <a:pt x="40474" y="100013"/>
                  <a:pt x="42863" y="97624"/>
                  <a:pt x="42863" y="94655"/>
                </a:cubicBezTo>
                <a:lnTo>
                  <a:pt x="42863" y="85725"/>
                </a:lnTo>
                <a:lnTo>
                  <a:pt x="51792" y="85725"/>
                </a:lnTo>
                <a:cubicBezTo>
                  <a:pt x="53221" y="85725"/>
                  <a:pt x="54583" y="85167"/>
                  <a:pt x="55587" y="84162"/>
                </a:cubicBezTo>
                <a:lnTo>
                  <a:pt x="63021" y="76728"/>
                </a:lnTo>
                <a:cubicBezTo>
                  <a:pt x="66794" y="77934"/>
                  <a:pt x="70835" y="78581"/>
                  <a:pt x="75009" y="78581"/>
                </a:cubicBezTo>
                <a:close/>
                <a:moveTo>
                  <a:pt x="83939" y="21431"/>
                </a:moveTo>
                <a:cubicBezTo>
                  <a:pt x="88867" y="21431"/>
                  <a:pt x="92869" y="25433"/>
                  <a:pt x="92869" y="30361"/>
                </a:cubicBezTo>
                <a:cubicBezTo>
                  <a:pt x="92869" y="35289"/>
                  <a:pt x="88867" y="39291"/>
                  <a:pt x="83939" y="39291"/>
                </a:cubicBezTo>
                <a:cubicBezTo>
                  <a:pt x="79011" y="39291"/>
                  <a:pt x="75009" y="35289"/>
                  <a:pt x="75009" y="30361"/>
                </a:cubicBezTo>
                <a:cubicBezTo>
                  <a:pt x="75009" y="25433"/>
                  <a:pt x="79011" y="21431"/>
                  <a:pt x="83939" y="214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457325" y="4962525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Key: 你的密钥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328738" y="52292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9291" y="5358"/>
                </a:moveTo>
                <a:cubicBezTo>
                  <a:pt x="39291" y="2389"/>
                  <a:pt x="36902" y="0"/>
                  <a:pt x="33933" y="0"/>
                </a:cubicBezTo>
                <a:cubicBezTo>
                  <a:pt x="30964" y="0"/>
                  <a:pt x="28575" y="2389"/>
                  <a:pt x="28575" y="5358"/>
                </a:cubicBezTo>
                <a:lnTo>
                  <a:pt x="28575" y="14288"/>
                </a:lnTo>
                <a:cubicBezTo>
                  <a:pt x="20695" y="14288"/>
                  <a:pt x="14288" y="20695"/>
                  <a:pt x="14288" y="28575"/>
                </a:cubicBezTo>
                <a:lnTo>
                  <a:pt x="5358" y="28575"/>
                </a:lnTo>
                <a:cubicBezTo>
                  <a:pt x="2389" y="28575"/>
                  <a:pt x="0" y="30964"/>
                  <a:pt x="0" y="33933"/>
                </a:cubicBezTo>
                <a:cubicBezTo>
                  <a:pt x="0" y="36902"/>
                  <a:pt x="2389" y="39291"/>
                  <a:pt x="5358" y="39291"/>
                </a:cubicBezTo>
                <a:lnTo>
                  <a:pt x="14288" y="39291"/>
                </a:lnTo>
                <a:lnTo>
                  <a:pt x="14288" y="51792"/>
                </a:lnTo>
                <a:lnTo>
                  <a:pt x="5358" y="51792"/>
                </a:lnTo>
                <a:cubicBezTo>
                  <a:pt x="2389" y="51792"/>
                  <a:pt x="0" y="54181"/>
                  <a:pt x="0" y="57150"/>
                </a:cubicBezTo>
                <a:cubicBezTo>
                  <a:pt x="0" y="60119"/>
                  <a:pt x="2389" y="62508"/>
                  <a:pt x="5358" y="62508"/>
                </a:cubicBezTo>
                <a:lnTo>
                  <a:pt x="14288" y="62508"/>
                </a:lnTo>
                <a:lnTo>
                  <a:pt x="14288" y="75009"/>
                </a:lnTo>
                <a:lnTo>
                  <a:pt x="5358" y="75009"/>
                </a:lnTo>
                <a:cubicBezTo>
                  <a:pt x="2389" y="75009"/>
                  <a:pt x="0" y="77398"/>
                  <a:pt x="0" y="80367"/>
                </a:cubicBezTo>
                <a:cubicBezTo>
                  <a:pt x="0" y="83336"/>
                  <a:pt x="2389" y="85725"/>
                  <a:pt x="5358" y="85725"/>
                </a:cubicBezTo>
                <a:lnTo>
                  <a:pt x="14288" y="85725"/>
                </a:lnTo>
                <a:cubicBezTo>
                  <a:pt x="14288" y="93605"/>
                  <a:pt x="20695" y="100013"/>
                  <a:pt x="28575" y="100013"/>
                </a:cubicBezTo>
                <a:lnTo>
                  <a:pt x="28575" y="108942"/>
                </a:lnTo>
                <a:cubicBezTo>
                  <a:pt x="28575" y="111911"/>
                  <a:pt x="30964" y="114300"/>
                  <a:pt x="33933" y="114300"/>
                </a:cubicBezTo>
                <a:cubicBezTo>
                  <a:pt x="36902" y="114300"/>
                  <a:pt x="39291" y="111911"/>
                  <a:pt x="39291" y="108942"/>
                </a:cubicBezTo>
                <a:lnTo>
                  <a:pt x="39291" y="100013"/>
                </a:lnTo>
                <a:lnTo>
                  <a:pt x="51792" y="100013"/>
                </a:lnTo>
                <a:lnTo>
                  <a:pt x="51792" y="108942"/>
                </a:lnTo>
                <a:cubicBezTo>
                  <a:pt x="51792" y="111911"/>
                  <a:pt x="54181" y="114300"/>
                  <a:pt x="57150" y="114300"/>
                </a:cubicBezTo>
                <a:cubicBezTo>
                  <a:pt x="60119" y="114300"/>
                  <a:pt x="62508" y="111911"/>
                  <a:pt x="62508" y="108942"/>
                </a:cubicBezTo>
                <a:lnTo>
                  <a:pt x="62508" y="100013"/>
                </a:lnTo>
                <a:lnTo>
                  <a:pt x="75009" y="100013"/>
                </a:lnTo>
                <a:lnTo>
                  <a:pt x="75009" y="108942"/>
                </a:lnTo>
                <a:cubicBezTo>
                  <a:pt x="75009" y="111911"/>
                  <a:pt x="77398" y="114300"/>
                  <a:pt x="80367" y="114300"/>
                </a:cubicBezTo>
                <a:cubicBezTo>
                  <a:pt x="83336" y="114300"/>
                  <a:pt x="85725" y="111911"/>
                  <a:pt x="85725" y="108942"/>
                </a:cubicBezTo>
                <a:lnTo>
                  <a:pt x="85725" y="100013"/>
                </a:lnTo>
                <a:cubicBezTo>
                  <a:pt x="93605" y="100013"/>
                  <a:pt x="100013" y="93605"/>
                  <a:pt x="100013" y="85725"/>
                </a:cubicBezTo>
                <a:lnTo>
                  <a:pt x="108942" y="85725"/>
                </a:lnTo>
                <a:cubicBezTo>
                  <a:pt x="111911" y="85725"/>
                  <a:pt x="114300" y="83336"/>
                  <a:pt x="114300" y="80367"/>
                </a:cubicBezTo>
                <a:cubicBezTo>
                  <a:pt x="114300" y="77398"/>
                  <a:pt x="111911" y="75009"/>
                  <a:pt x="108942" y="75009"/>
                </a:cubicBezTo>
                <a:lnTo>
                  <a:pt x="100013" y="75009"/>
                </a:lnTo>
                <a:lnTo>
                  <a:pt x="100013" y="62508"/>
                </a:lnTo>
                <a:lnTo>
                  <a:pt x="108942" y="62508"/>
                </a:lnTo>
                <a:cubicBezTo>
                  <a:pt x="111911" y="62508"/>
                  <a:pt x="114300" y="60119"/>
                  <a:pt x="114300" y="57150"/>
                </a:cubicBezTo>
                <a:cubicBezTo>
                  <a:pt x="114300" y="54181"/>
                  <a:pt x="111911" y="51792"/>
                  <a:pt x="108942" y="51792"/>
                </a:cubicBezTo>
                <a:lnTo>
                  <a:pt x="100013" y="51792"/>
                </a:lnTo>
                <a:lnTo>
                  <a:pt x="100013" y="39291"/>
                </a:lnTo>
                <a:lnTo>
                  <a:pt x="108942" y="39291"/>
                </a:lnTo>
                <a:cubicBezTo>
                  <a:pt x="111911" y="39291"/>
                  <a:pt x="114300" y="36902"/>
                  <a:pt x="114300" y="33933"/>
                </a:cubicBezTo>
                <a:cubicBezTo>
                  <a:pt x="114300" y="30964"/>
                  <a:pt x="111911" y="28575"/>
                  <a:pt x="108942" y="28575"/>
                </a:cubicBez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85725" y="5358"/>
                </a:lnTo>
                <a:cubicBezTo>
                  <a:pt x="85725" y="2389"/>
                  <a:pt x="83336" y="0"/>
                  <a:pt x="80367" y="0"/>
                </a:cubicBezTo>
                <a:cubicBezTo>
                  <a:pt x="77398" y="0"/>
                  <a:pt x="75009" y="2389"/>
                  <a:pt x="75009" y="5358"/>
                </a:cubicBezTo>
                <a:lnTo>
                  <a:pt x="75009" y="14288"/>
                </a:lnTo>
                <a:lnTo>
                  <a:pt x="62508" y="14288"/>
                </a:lnTo>
                <a:lnTo>
                  <a:pt x="62508" y="5358"/>
                </a:lnTo>
                <a:cubicBezTo>
                  <a:pt x="62508" y="2389"/>
                  <a:pt x="60119" y="0"/>
                  <a:pt x="57150" y="0"/>
                </a:cubicBezTo>
                <a:cubicBezTo>
                  <a:pt x="54181" y="0"/>
                  <a:pt x="51792" y="2389"/>
                  <a:pt x="51792" y="5358"/>
                </a:cubicBezTo>
                <a:lnTo>
                  <a:pt x="51792" y="14288"/>
                </a:lnTo>
                <a:lnTo>
                  <a:pt x="39291" y="14288"/>
                </a:lnTo>
                <a:lnTo>
                  <a:pt x="39291" y="5358"/>
                </a:lnTo>
                <a:close/>
                <a:moveTo>
                  <a:pt x="35719" y="28575"/>
                </a:moveTo>
                <a:lnTo>
                  <a:pt x="78581" y="28575"/>
                </a:lnTo>
                <a:cubicBezTo>
                  <a:pt x="82533" y="28575"/>
                  <a:pt x="85725" y="31767"/>
                  <a:pt x="85725" y="35719"/>
                </a:cubicBezTo>
                <a:lnTo>
                  <a:pt x="85725" y="78581"/>
                </a:lnTo>
                <a:cubicBezTo>
                  <a:pt x="85725" y="82533"/>
                  <a:pt x="82533" y="85725"/>
                  <a:pt x="78581" y="85725"/>
                </a:cubicBezTo>
                <a:lnTo>
                  <a:pt x="35719" y="85725"/>
                </a:lnTo>
                <a:cubicBezTo>
                  <a:pt x="31767" y="85725"/>
                  <a:pt x="28575" y="82533"/>
                  <a:pt x="28575" y="78581"/>
                </a:cubicBezTo>
                <a:lnTo>
                  <a:pt x="28575" y="35719"/>
                </a:lnTo>
                <a:cubicBezTo>
                  <a:pt x="28575" y="31767"/>
                  <a:pt x="31767" y="28575"/>
                  <a:pt x="35719" y="28575"/>
                </a:cubicBezTo>
                <a:close/>
                <a:moveTo>
                  <a:pt x="39291" y="39291"/>
                </a:moveTo>
                <a:lnTo>
                  <a:pt x="39291" y="75009"/>
                </a:lnTo>
                <a:lnTo>
                  <a:pt x="75009" y="75009"/>
                </a:lnTo>
                <a:lnTo>
                  <a:pt x="75009" y="39291"/>
                </a:lnTo>
                <a:lnTo>
                  <a:pt x="39291" y="39291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1457325" y="5191125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支持Ollama本地模型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76963" y="3462338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2181231"/>
                </a:lnTo>
                <a:cubicBezTo>
                  <a:pt x="5629275" y="2244354"/>
                  <a:pt x="5578104" y="2295525"/>
                  <a:pt x="55149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6419850" y="3695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724650" y="36576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模型选择策略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72225" y="4095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6451997" y="41814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6791325" y="40767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日常编码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91325" y="43053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 </a:t>
            </a: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3.5 Sonnet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，平衡速度与质量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72225" y="4629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6460331" y="4714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006" y="16669"/>
                </a:moveTo>
                <a:cubicBezTo>
                  <a:pt x="50006" y="12059"/>
                  <a:pt x="53731" y="8334"/>
                  <a:pt x="58341" y="8334"/>
                </a:cubicBezTo>
                <a:lnTo>
                  <a:pt x="75009" y="8334"/>
                </a:lnTo>
                <a:cubicBezTo>
                  <a:pt x="79619" y="8334"/>
                  <a:pt x="83344" y="12059"/>
                  <a:pt x="83344" y="16669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72926" y="41672"/>
                </a:lnTo>
                <a:lnTo>
                  <a:pt x="72926" y="58341"/>
                </a:lnTo>
                <a:lnTo>
                  <a:pt x="104180" y="58341"/>
                </a:lnTo>
                <a:cubicBezTo>
                  <a:pt x="114546" y="58341"/>
                  <a:pt x="122932" y="66727"/>
                  <a:pt x="122932" y="77093"/>
                </a:cubicBezTo>
                <a:lnTo>
                  <a:pt x="12293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lnTo>
                  <a:pt x="133350" y="116681"/>
                </a:lnTo>
                <a:cubicBezTo>
                  <a:pt x="133350" y="121291"/>
                  <a:pt x="129626" y="125016"/>
                  <a:pt x="125016" y="125016"/>
                </a:cubicBezTo>
                <a:lnTo>
                  <a:pt x="108347" y="125016"/>
                </a:lnTo>
                <a:cubicBezTo>
                  <a:pt x="103737" y="125016"/>
                  <a:pt x="100013" y="121291"/>
                  <a:pt x="100013" y="116681"/>
                </a:cubicBezTo>
                <a:lnTo>
                  <a:pt x="100013" y="100013"/>
                </a:lnTo>
                <a:cubicBezTo>
                  <a:pt x="100013" y="95403"/>
                  <a:pt x="103737" y="91678"/>
                  <a:pt x="108347" y="91678"/>
                </a:cubicBezTo>
                <a:lnTo>
                  <a:pt x="110430" y="91678"/>
                </a:lnTo>
                <a:lnTo>
                  <a:pt x="110430" y="77093"/>
                </a:lnTo>
                <a:cubicBezTo>
                  <a:pt x="110430" y="73629"/>
                  <a:pt x="107644" y="70842"/>
                  <a:pt x="104180" y="70842"/>
                </a:cubicBezTo>
                <a:lnTo>
                  <a:pt x="72926" y="70842"/>
                </a:lnTo>
                <a:lnTo>
                  <a:pt x="72926" y="91678"/>
                </a:lnTo>
                <a:lnTo>
                  <a:pt x="75009" y="91678"/>
                </a:lnTo>
                <a:cubicBezTo>
                  <a:pt x="79619" y="91678"/>
                  <a:pt x="83344" y="95403"/>
                  <a:pt x="83344" y="100013"/>
                </a:cubicBezTo>
                <a:lnTo>
                  <a:pt x="83344" y="116681"/>
                </a:lnTo>
                <a:cubicBezTo>
                  <a:pt x="83344" y="121291"/>
                  <a:pt x="79619" y="125016"/>
                  <a:pt x="75009" y="125016"/>
                </a:cubicBezTo>
                <a:lnTo>
                  <a:pt x="58341" y="125016"/>
                </a:lnTo>
                <a:cubicBezTo>
                  <a:pt x="53731" y="125016"/>
                  <a:pt x="50006" y="121291"/>
                  <a:pt x="50006" y="116681"/>
                </a:cubicBezTo>
                <a:lnTo>
                  <a:pt x="50006" y="100013"/>
                </a:lnTo>
                <a:cubicBezTo>
                  <a:pt x="50006" y="95403"/>
                  <a:pt x="53731" y="91678"/>
                  <a:pt x="58341" y="91678"/>
                </a:cubicBezTo>
                <a:lnTo>
                  <a:pt x="60424" y="91678"/>
                </a:lnTo>
                <a:lnTo>
                  <a:pt x="60424" y="70842"/>
                </a:lnTo>
                <a:lnTo>
                  <a:pt x="29170" y="70842"/>
                </a:lnTo>
                <a:cubicBezTo>
                  <a:pt x="25706" y="70842"/>
                  <a:pt x="22920" y="73629"/>
                  <a:pt x="22920" y="77093"/>
                </a:cubicBezTo>
                <a:lnTo>
                  <a:pt x="22920" y="91678"/>
                </a:lnTo>
                <a:lnTo>
                  <a:pt x="25003" y="91678"/>
                </a:lnTo>
                <a:cubicBezTo>
                  <a:pt x="29613" y="91678"/>
                  <a:pt x="33337" y="95403"/>
                  <a:pt x="33337" y="100013"/>
                </a:cubicBezTo>
                <a:lnTo>
                  <a:pt x="33337" y="116681"/>
                </a:lnTo>
                <a:cubicBezTo>
                  <a:pt x="33337" y="121291"/>
                  <a:pt x="29613" y="125016"/>
                  <a:pt x="25003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0013"/>
                </a:lnTo>
                <a:cubicBezTo>
                  <a:pt x="0" y="95403"/>
                  <a:pt x="3724" y="91678"/>
                  <a:pt x="8334" y="91678"/>
                </a:cubicBezTo>
                <a:lnTo>
                  <a:pt x="10418" y="91678"/>
                </a:lnTo>
                <a:lnTo>
                  <a:pt x="10418" y="77093"/>
                </a:lnTo>
                <a:cubicBezTo>
                  <a:pt x="10418" y="66727"/>
                  <a:pt x="18804" y="58341"/>
                  <a:pt x="29170" y="58341"/>
                </a:cubicBezTo>
                <a:lnTo>
                  <a:pt x="60424" y="58341"/>
                </a:lnTo>
                <a:lnTo>
                  <a:pt x="60424" y="41672"/>
                </a:lnTo>
                <a:lnTo>
                  <a:pt x="58341" y="41672"/>
                </a:lnTo>
                <a:cubicBezTo>
                  <a:pt x="53731" y="41672"/>
                  <a:pt x="50006" y="37947"/>
                  <a:pt x="50006" y="33337"/>
                </a:cubicBezTo>
                <a:lnTo>
                  <a:pt x="50006" y="16669"/>
                </a:lnTo>
                <a:close/>
              </a:path>
            </a:pathLst>
          </a:cu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6791325" y="46101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复杂架构设计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1325" y="483870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 </a:t>
            </a:r>
            <a:r>
              <a:rPr lang="en-US" sz="105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GPT-4o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，综合能力最强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72225" y="5162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6451997" y="52482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1672" y="0"/>
                </a:moveTo>
                <a:cubicBezTo>
                  <a:pt x="46282" y="0"/>
                  <a:pt x="50006" y="3724"/>
                  <a:pt x="50006" y="8334"/>
                </a:cubicBezTo>
                <a:lnTo>
                  <a:pt x="50006" y="16669"/>
                </a:lnTo>
                <a:lnTo>
                  <a:pt x="83344" y="16669"/>
                </a:lnTo>
                <a:cubicBezTo>
                  <a:pt x="87954" y="16669"/>
                  <a:pt x="91678" y="20393"/>
                  <a:pt x="91678" y="25003"/>
                </a:cubicBezTo>
                <a:cubicBezTo>
                  <a:pt x="91678" y="29613"/>
                  <a:pt x="87954" y="33337"/>
                  <a:pt x="83344" y="33337"/>
                </a:cubicBezTo>
                <a:lnTo>
                  <a:pt x="80843" y="33337"/>
                </a:lnTo>
                <a:lnTo>
                  <a:pt x="78656" y="39354"/>
                </a:lnTo>
                <a:cubicBezTo>
                  <a:pt x="74384" y="51126"/>
                  <a:pt x="67951" y="61883"/>
                  <a:pt x="59851" y="71129"/>
                </a:cubicBezTo>
                <a:cubicBezTo>
                  <a:pt x="63550" y="73421"/>
                  <a:pt x="67404" y="75452"/>
                  <a:pt x="71415" y="77249"/>
                </a:cubicBezTo>
                <a:lnTo>
                  <a:pt x="84542" y="83083"/>
                </a:lnTo>
                <a:lnTo>
                  <a:pt x="100742" y="46620"/>
                </a:lnTo>
                <a:cubicBezTo>
                  <a:pt x="102070" y="43599"/>
                  <a:pt x="105065" y="41672"/>
                  <a:pt x="108347" y="41672"/>
                </a:cubicBezTo>
                <a:cubicBezTo>
                  <a:pt x="111629" y="41672"/>
                  <a:pt x="114624" y="43599"/>
                  <a:pt x="115952" y="46620"/>
                </a:cubicBezTo>
                <a:lnTo>
                  <a:pt x="149289" y="121630"/>
                </a:lnTo>
                <a:cubicBezTo>
                  <a:pt x="151165" y="125849"/>
                  <a:pt x="149263" y="130772"/>
                  <a:pt x="145070" y="132621"/>
                </a:cubicBezTo>
                <a:cubicBezTo>
                  <a:pt x="140877" y="134470"/>
                  <a:pt x="135928" y="132595"/>
                  <a:pt x="134079" y="128401"/>
                </a:cubicBezTo>
                <a:lnTo>
                  <a:pt x="128870" y="116681"/>
                </a:lnTo>
                <a:lnTo>
                  <a:pt x="87850" y="116681"/>
                </a:lnTo>
                <a:lnTo>
                  <a:pt x="82641" y="128401"/>
                </a:lnTo>
                <a:cubicBezTo>
                  <a:pt x="80765" y="132621"/>
                  <a:pt x="75843" y="134496"/>
                  <a:pt x="71650" y="132621"/>
                </a:cubicBezTo>
                <a:cubicBezTo>
                  <a:pt x="67456" y="130746"/>
                  <a:pt x="65555" y="125823"/>
                  <a:pt x="67430" y="121630"/>
                </a:cubicBezTo>
                <a:lnTo>
                  <a:pt x="77796" y="98320"/>
                </a:lnTo>
                <a:lnTo>
                  <a:pt x="64670" y="92486"/>
                </a:lnTo>
                <a:cubicBezTo>
                  <a:pt x="58679" y="89829"/>
                  <a:pt x="52949" y="86651"/>
                  <a:pt x="47532" y="83005"/>
                </a:cubicBezTo>
                <a:cubicBezTo>
                  <a:pt x="41984" y="87485"/>
                  <a:pt x="35916" y="91392"/>
                  <a:pt x="29431" y="94647"/>
                </a:cubicBezTo>
                <a:lnTo>
                  <a:pt x="20393" y="99127"/>
                </a:lnTo>
                <a:cubicBezTo>
                  <a:pt x="16278" y="101185"/>
                  <a:pt x="11277" y="99518"/>
                  <a:pt x="9220" y="95403"/>
                </a:cubicBezTo>
                <a:cubicBezTo>
                  <a:pt x="7162" y="91287"/>
                  <a:pt x="8829" y="86287"/>
                  <a:pt x="12944" y="84229"/>
                </a:cubicBezTo>
                <a:lnTo>
                  <a:pt x="21930" y="79724"/>
                </a:lnTo>
                <a:cubicBezTo>
                  <a:pt x="26175" y="77588"/>
                  <a:pt x="30212" y="75114"/>
                  <a:pt x="34015" y="72353"/>
                </a:cubicBezTo>
                <a:cubicBezTo>
                  <a:pt x="30420" y="69045"/>
                  <a:pt x="27035" y="65477"/>
                  <a:pt x="23883" y="61700"/>
                </a:cubicBezTo>
                <a:lnTo>
                  <a:pt x="21253" y="58523"/>
                </a:lnTo>
                <a:cubicBezTo>
                  <a:pt x="18310" y="54981"/>
                  <a:pt x="18778" y="49720"/>
                  <a:pt x="22320" y="46777"/>
                </a:cubicBezTo>
                <a:cubicBezTo>
                  <a:pt x="25863" y="43834"/>
                  <a:pt x="31124" y="44302"/>
                  <a:pt x="34067" y="47845"/>
                </a:cubicBezTo>
                <a:lnTo>
                  <a:pt x="36723" y="51022"/>
                </a:lnTo>
                <a:cubicBezTo>
                  <a:pt x="39719" y="54642"/>
                  <a:pt x="43000" y="58002"/>
                  <a:pt x="46464" y="61101"/>
                </a:cubicBezTo>
                <a:cubicBezTo>
                  <a:pt x="53626" y="53184"/>
                  <a:pt x="59278" y="43886"/>
                  <a:pt x="63003" y="33650"/>
                </a:cubicBezTo>
                <a:lnTo>
                  <a:pt x="63133" y="33337"/>
                </a:lnTo>
                <a:lnTo>
                  <a:pt x="8360" y="33337"/>
                </a:lnTo>
                <a:cubicBezTo>
                  <a:pt x="3724" y="33337"/>
                  <a:pt x="0" y="29613"/>
                  <a:pt x="0" y="25003"/>
                </a:cubicBezTo>
                <a:cubicBezTo>
                  <a:pt x="0" y="20393"/>
                  <a:pt x="3724" y="16669"/>
                  <a:pt x="8334" y="16669"/>
                </a:cubicBezTo>
                <a:lnTo>
                  <a:pt x="33337" y="16669"/>
                </a:lnTo>
                <a:lnTo>
                  <a:pt x="33337" y="8334"/>
                </a:lnTo>
                <a:cubicBezTo>
                  <a:pt x="33337" y="3724"/>
                  <a:pt x="37062" y="0"/>
                  <a:pt x="41672" y="0"/>
                </a:cubicBezTo>
                <a:close/>
                <a:moveTo>
                  <a:pt x="108347" y="70530"/>
                </a:moveTo>
                <a:lnTo>
                  <a:pt x="95246" y="100013"/>
                </a:lnTo>
                <a:lnTo>
                  <a:pt x="121447" y="100013"/>
                </a:lnTo>
                <a:lnTo>
                  <a:pt x="108347" y="7053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6791325" y="51435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中文文档/注释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1325" y="537210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 </a:t>
            </a:r>
            <a:r>
              <a:rPr lang="en-US" sz="10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 V3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或 Doubao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74" y="375401"/>
            <a:ext cx="68255" cy="273019"/>
          </a:xfrm>
          <a:custGeom>
            <a:avLst/>
            <a:gdLst/>
            <a:ahLst/>
            <a:cxnLst/>
            <a:rect l="l" t="t" r="r" b="b"/>
            <a:pathLst>
              <a:path w="68255" h="273019">
                <a:moveTo>
                  <a:pt x="34127" y="0"/>
                </a:moveTo>
                <a:lnTo>
                  <a:pt x="34127" y="0"/>
                </a:lnTo>
                <a:cubicBezTo>
                  <a:pt x="52975" y="0"/>
                  <a:pt x="68255" y="15279"/>
                  <a:pt x="68255" y="34127"/>
                </a:cubicBezTo>
                <a:lnTo>
                  <a:pt x="68255" y="238892"/>
                </a:lnTo>
                <a:cubicBezTo>
                  <a:pt x="68255" y="257740"/>
                  <a:pt x="52975" y="273019"/>
                  <a:pt x="34127" y="273019"/>
                </a:cubicBezTo>
                <a:lnTo>
                  <a:pt x="34127" y="273019"/>
                </a:lnTo>
                <a:cubicBezTo>
                  <a:pt x="15279" y="273019"/>
                  <a:pt x="0" y="257740"/>
                  <a:pt x="0" y="238892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1910" y="341274"/>
            <a:ext cx="2303597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环境安装与配置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1910" y="784929"/>
            <a:ext cx="1141560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系统要求、下载安装、关键环境配置详细指南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540" y="1164596"/>
            <a:ext cx="5665142" cy="2405979"/>
          </a:xfrm>
          <a:custGeom>
            <a:avLst/>
            <a:gdLst/>
            <a:ahLst/>
            <a:cxnLst/>
            <a:rect l="l" t="t" r="r" b="b"/>
            <a:pathLst>
              <a:path w="5665142" h="2405979">
                <a:moveTo>
                  <a:pt x="102374" y="0"/>
                </a:moveTo>
                <a:lnTo>
                  <a:pt x="5562768" y="0"/>
                </a:lnTo>
                <a:cubicBezTo>
                  <a:pt x="5619307" y="0"/>
                  <a:pt x="5665142" y="45835"/>
                  <a:pt x="5665142" y="102374"/>
                </a:cubicBezTo>
                <a:lnTo>
                  <a:pt x="5665142" y="2303605"/>
                </a:lnTo>
                <a:cubicBezTo>
                  <a:pt x="5665142" y="2360144"/>
                  <a:pt x="5619307" y="2405979"/>
                  <a:pt x="5562768" y="2405979"/>
                </a:cubicBezTo>
                <a:lnTo>
                  <a:pt x="102374" y="2405979"/>
                </a:lnTo>
                <a:cubicBezTo>
                  <a:pt x="45835" y="2405979"/>
                  <a:pt x="0" y="2360144"/>
                  <a:pt x="0" y="2303605"/>
                </a:cubicBezTo>
                <a:lnTo>
                  <a:pt x="0" y="102374"/>
                </a:lnTo>
                <a:cubicBezTo>
                  <a:pt x="0" y="45872"/>
                  <a:pt x="45872" y="0"/>
                  <a:pt x="1023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1772" y="1373626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21330" y="10665"/>
                </a:moveTo>
                <a:cubicBezTo>
                  <a:pt x="9565" y="10665"/>
                  <a:pt x="0" y="20230"/>
                  <a:pt x="0" y="31994"/>
                </a:cubicBezTo>
                <a:lnTo>
                  <a:pt x="0" y="117313"/>
                </a:lnTo>
                <a:cubicBezTo>
                  <a:pt x="0" y="129077"/>
                  <a:pt x="9565" y="138642"/>
                  <a:pt x="21330" y="138642"/>
                </a:cubicBezTo>
                <a:lnTo>
                  <a:pt x="69321" y="138642"/>
                </a:lnTo>
                <a:lnTo>
                  <a:pt x="63989" y="154640"/>
                </a:lnTo>
                <a:lnTo>
                  <a:pt x="39993" y="154640"/>
                </a:lnTo>
                <a:cubicBezTo>
                  <a:pt x="35560" y="154640"/>
                  <a:pt x="31994" y="158206"/>
                  <a:pt x="31994" y="162638"/>
                </a:cubicBezTo>
                <a:cubicBezTo>
                  <a:pt x="31994" y="167071"/>
                  <a:pt x="35560" y="170637"/>
                  <a:pt x="39993" y="170637"/>
                </a:cubicBezTo>
                <a:lnTo>
                  <a:pt x="130644" y="170637"/>
                </a:lnTo>
                <a:cubicBezTo>
                  <a:pt x="135076" y="170637"/>
                  <a:pt x="138642" y="167071"/>
                  <a:pt x="138642" y="162638"/>
                </a:cubicBezTo>
                <a:cubicBezTo>
                  <a:pt x="138642" y="158206"/>
                  <a:pt x="135076" y="154640"/>
                  <a:pt x="130644" y="154640"/>
                </a:cubicBezTo>
                <a:lnTo>
                  <a:pt x="106648" y="154640"/>
                </a:lnTo>
                <a:lnTo>
                  <a:pt x="101316" y="138642"/>
                </a:lnTo>
                <a:lnTo>
                  <a:pt x="149307" y="138642"/>
                </a:lnTo>
                <a:cubicBezTo>
                  <a:pt x="161072" y="138642"/>
                  <a:pt x="170637" y="129077"/>
                  <a:pt x="170637" y="117313"/>
                </a:cubicBezTo>
                <a:lnTo>
                  <a:pt x="170637" y="31994"/>
                </a:lnTo>
                <a:cubicBezTo>
                  <a:pt x="170637" y="20230"/>
                  <a:pt x="161072" y="10665"/>
                  <a:pt x="149307" y="10665"/>
                </a:cubicBezTo>
                <a:lnTo>
                  <a:pt x="21330" y="10665"/>
                </a:lnTo>
                <a:close/>
                <a:moveTo>
                  <a:pt x="31994" y="31994"/>
                </a:moveTo>
                <a:lnTo>
                  <a:pt x="138642" y="31994"/>
                </a:lnTo>
                <a:cubicBezTo>
                  <a:pt x="144541" y="31994"/>
                  <a:pt x="149307" y="36760"/>
                  <a:pt x="149307" y="42659"/>
                </a:cubicBezTo>
                <a:lnTo>
                  <a:pt x="149307" y="95983"/>
                </a:lnTo>
                <a:cubicBezTo>
                  <a:pt x="149307" y="101882"/>
                  <a:pt x="144541" y="106648"/>
                  <a:pt x="138642" y="106648"/>
                </a:cubicBezTo>
                <a:lnTo>
                  <a:pt x="31994" y="106648"/>
                </a:lnTo>
                <a:cubicBezTo>
                  <a:pt x="26095" y="106648"/>
                  <a:pt x="21330" y="101882"/>
                  <a:pt x="21330" y="95983"/>
                </a:cubicBezTo>
                <a:lnTo>
                  <a:pt x="21330" y="42659"/>
                </a:lnTo>
                <a:cubicBezTo>
                  <a:pt x="21330" y="36760"/>
                  <a:pt x="26095" y="31994"/>
                  <a:pt x="31994" y="31994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36120" y="1339499"/>
            <a:ext cx="7678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0969" y="1825814"/>
            <a:ext cx="115180" cy="153573"/>
          </a:xfrm>
          <a:custGeom>
            <a:avLst/>
            <a:gdLst/>
            <a:ahLst/>
            <a:cxnLst/>
            <a:rect l="l" t="t" r="r" b="b"/>
            <a:pathLst>
              <a:path w="115180" h="153573">
                <a:moveTo>
                  <a:pt x="95713" y="80596"/>
                </a:moveTo>
                <a:cubicBezTo>
                  <a:pt x="95653" y="69588"/>
                  <a:pt x="100632" y="61279"/>
                  <a:pt x="110711" y="55160"/>
                </a:cubicBezTo>
                <a:cubicBezTo>
                  <a:pt x="105072" y="47092"/>
                  <a:pt x="96553" y="42653"/>
                  <a:pt x="85305" y="41783"/>
                </a:cubicBezTo>
                <a:cubicBezTo>
                  <a:pt x="74657" y="40943"/>
                  <a:pt x="63019" y="47992"/>
                  <a:pt x="58760" y="47992"/>
                </a:cubicBezTo>
                <a:cubicBezTo>
                  <a:pt x="54261" y="47992"/>
                  <a:pt x="43942" y="42083"/>
                  <a:pt x="35844" y="42083"/>
                </a:cubicBezTo>
                <a:cubicBezTo>
                  <a:pt x="19107" y="42353"/>
                  <a:pt x="1320" y="55430"/>
                  <a:pt x="1320" y="82036"/>
                </a:cubicBezTo>
                <a:cubicBezTo>
                  <a:pt x="1320" y="89894"/>
                  <a:pt x="2760" y="98023"/>
                  <a:pt x="5639" y="106391"/>
                </a:cubicBezTo>
                <a:cubicBezTo>
                  <a:pt x="9478" y="117399"/>
                  <a:pt x="23336" y="144395"/>
                  <a:pt x="37793" y="143945"/>
                </a:cubicBezTo>
                <a:cubicBezTo>
                  <a:pt x="45352" y="143765"/>
                  <a:pt x="50691" y="138576"/>
                  <a:pt x="60529" y="138576"/>
                </a:cubicBezTo>
                <a:cubicBezTo>
                  <a:pt x="70068" y="138576"/>
                  <a:pt x="75017" y="143945"/>
                  <a:pt x="83445" y="143945"/>
                </a:cubicBezTo>
                <a:cubicBezTo>
                  <a:pt x="98023" y="143735"/>
                  <a:pt x="110561" y="119199"/>
                  <a:pt x="114220" y="108161"/>
                </a:cubicBezTo>
                <a:cubicBezTo>
                  <a:pt x="94663" y="98953"/>
                  <a:pt x="95713" y="81166"/>
                  <a:pt x="95713" y="80596"/>
                </a:cubicBezTo>
                <a:close/>
                <a:moveTo>
                  <a:pt x="78736" y="31345"/>
                </a:moveTo>
                <a:cubicBezTo>
                  <a:pt x="86925" y="21626"/>
                  <a:pt x="86175" y="12778"/>
                  <a:pt x="85935" y="9598"/>
                </a:cubicBezTo>
                <a:cubicBezTo>
                  <a:pt x="78706" y="10018"/>
                  <a:pt x="70338" y="14517"/>
                  <a:pt x="65569" y="20066"/>
                </a:cubicBezTo>
                <a:cubicBezTo>
                  <a:pt x="60319" y="26005"/>
                  <a:pt x="57230" y="33354"/>
                  <a:pt x="57890" y="41633"/>
                </a:cubicBezTo>
                <a:cubicBezTo>
                  <a:pt x="65719" y="42233"/>
                  <a:pt x="72857" y="38213"/>
                  <a:pt x="78736" y="31345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14791" y="1714900"/>
            <a:ext cx="508497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4791" y="1919664"/>
            <a:ext cx="507644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 12 (Monterey) 及以上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1370" y="2286533"/>
            <a:ext cx="134376" cy="153573"/>
          </a:xfrm>
          <a:custGeom>
            <a:avLst/>
            <a:gdLst/>
            <a:ahLst/>
            <a:cxnLst/>
            <a:rect l="l" t="t" r="r" b="b"/>
            <a:pathLst>
              <a:path w="134376" h="153573">
                <a:moveTo>
                  <a:pt x="0" y="28105"/>
                </a:moveTo>
                <a:lnTo>
                  <a:pt x="55070" y="20516"/>
                </a:lnTo>
                <a:lnTo>
                  <a:pt x="55070" y="73727"/>
                </a:lnTo>
                <a:lnTo>
                  <a:pt x="0" y="73727"/>
                </a:lnTo>
                <a:lnTo>
                  <a:pt x="0" y="28105"/>
                </a:lnTo>
                <a:close/>
                <a:moveTo>
                  <a:pt x="0" y="125468"/>
                </a:moveTo>
                <a:lnTo>
                  <a:pt x="55070" y="133057"/>
                </a:lnTo>
                <a:lnTo>
                  <a:pt x="55070" y="80506"/>
                </a:lnTo>
                <a:lnTo>
                  <a:pt x="0" y="80506"/>
                </a:lnTo>
                <a:lnTo>
                  <a:pt x="0" y="125468"/>
                </a:lnTo>
                <a:close/>
                <a:moveTo>
                  <a:pt x="61129" y="133867"/>
                </a:moveTo>
                <a:lnTo>
                  <a:pt x="134376" y="143975"/>
                </a:lnTo>
                <a:lnTo>
                  <a:pt x="134376" y="80506"/>
                </a:lnTo>
                <a:lnTo>
                  <a:pt x="61129" y="80506"/>
                </a:lnTo>
                <a:lnTo>
                  <a:pt x="61129" y="133867"/>
                </a:lnTo>
                <a:close/>
                <a:moveTo>
                  <a:pt x="61129" y="19707"/>
                </a:moveTo>
                <a:lnTo>
                  <a:pt x="61129" y="73727"/>
                </a:lnTo>
                <a:lnTo>
                  <a:pt x="134376" y="73727"/>
                </a:lnTo>
                <a:lnTo>
                  <a:pt x="134376" y="9598"/>
                </a:lnTo>
                <a:lnTo>
                  <a:pt x="61129" y="19707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791" y="2175619"/>
            <a:ext cx="508497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4791" y="2380383"/>
            <a:ext cx="507644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 10 (1809+) 或 Windows 11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1370" y="2747253"/>
            <a:ext cx="134376" cy="153573"/>
          </a:xfrm>
          <a:custGeom>
            <a:avLst/>
            <a:gdLst/>
            <a:ahLst/>
            <a:cxnLst/>
            <a:rect l="l" t="t" r="r" b="b"/>
            <a:pathLst>
              <a:path w="134376" h="153573">
                <a:moveTo>
                  <a:pt x="66258" y="36984"/>
                </a:moveTo>
                <a:cubicBezTo>
                  <a:pt x="66558" y="37134"/>
                  <a:pt x="66798" y="37493"/>
                  <a:pt x="67158" y="37493"/>
                </a:cubicBezTo>
                <a:cubicBezTo>
                  <a:pt x="67488" y="37493"/>
                  <a:pt x="67998" y="37373"/>
                  <a:pt x="68028" y="37044"/>
                </a:cubicBezTo>
                <a:cubicBezTo>
                  <a:pt x="68088" y="36624"/>
                  <a:pt x="67458" y="36354"/>
                  <a:pt x="67068" y="36174"/>
                </a:cubicBezTo>
                <a:cubicBezTo>
                  <a:pt x="66558" y="35964"/>
                  <a:pt x="65898" y="35874"/>
                  <a:pt x="65419" y="36144"/>
                </a:cubicBezTo>
                <a:cubicBezTo>
                  <a:pt x="65299" y="36204"/>
                  <a:pt x="65179" y="36354"/>
                  <a:pt x="65239" y="36474"/>
                </a:cubicBezTo>
                <a:cubicBezTo>
                  <a:pt x="65329" y="36864"/>
                  <a:pt x="65928" y="36804"/>
                  <a:pt x="66258" y="36984"/>
                </a:cubicBezTo>
                <a:close/>
                <a:moveTo>
                  <a:pt x="59690" y="37493"/>
                </a:moveTo>
                <a:cubicBezTo>
                  <a:pt x="60049" y="37493"/>
                  <a:pt x="60289" y="37134"/>
                  <a:pt x="60589" y="36984"/>
                </a:cubicBezTo>
                <a:cubicBezTo>
                  <a:pt x="60919" y="36804"/>
                  <a:pt x="61519" y="36864"/>
                  <a:pt x="61639" y="36504"/>
                </a:cubicBezTo>
                <a:cubicBezTo>
                  <a:pt x="61699" y="36384"/>
                  <a:pt x="61579" y="36234"/>
                  <a:pt x="61459" y="36174"/>
                </a:cubicBezTo>
                <a:cubicBezTo>
                  <a:pt x="60979" y="35904"/>
                  <a:pt x="60319" y="35994"/>
                  <a:pt x="59810" y="36204"/>
                </a:cubicBezTo>
                <a:cubicBezTo>
                  <a:pt x="59420" y="36384"/>
                  <a:pt x="58790" y="36654"/>
                  <a:pt x="58850" y="37074"/>
                </a:cubicBezTo>
                <a:cubicBezTo>
                  <a:pt x="58880" y="37373"/>
                  <a:pt x="59390" y="37523"/>
                  <a:pt x="59690" y="37493"/>
                </a:cubicBezTo>
                <a:close/>
                <a:moveTo>
                  <a:pt x="125978" y="121119"/>
                </a:moveTo>
                <a:cubicBezTo>
                  <a:pt x="124898" y="119919"/>
                  <a:pt x="124388" y="117639"/>
                  <a:pt x="123818" y="115210"/>
                </a:cubicBezTo>
                <a:cubicBezTo>
                  <a:pt x="123278" y="112780"/>
                  <a:pt x="122649" y="110171"/>
                  <a:pt x="120669" y="108491"/>
                </a:cubicBezTo>
                <a:cubicBezTo>
                  <a:pt x="120279" y="108161"/>
                  <a:pt x="119889" y="107861"/>
                  <a:pt x="119469" y="107621"/>
                </a:cubicBezTo>
                <a:cubicBezTo>
                  <a:pt x="119079" y="107381"/>
                  <a:pt x="118659" y="107171"/>
                  <a:pt x="118239" y="107021"/>
                </a:cubicBezTo>
                <a:cubicBezTo>
                  <a:pt x="120999" y="98833"/>
                  <a:pt x="119919" y="90674"/>
                  <a:pt x="117130" y="83295"/>
                </a:cubicBezTo>
                <a:cubicBezTo>
                  <a:pt x="113710" y="74267"/>
                  <a:pt x="107741" y="66378"/>
                  <a:pt x="103182" y="60979"/>
                </a:cubicBezTo>
                <a:cubicBezTo>
                  <a:pt x="98053" y="54530"/>
                  <a:pt x="93074" y="48412"/>
                  <a:pt x="93164" y="39383"/>
                </a:cubicBezTo>
                <a:cubicBezTo>
                  <a:pt x="93314" y="25616"/>
                  <a:pt x="94693" y="30"/>
                  <a:pt x="70428" y="0"/>
                </a:cubicBezTo>
                <a:cubicBezTo>
                  <a:pt x="39713" y="-60"/>
                  <a:pt x="47392" y="31015"/>
                  <a:pt x="47062" y="40553"/>
                </a:cubicBezTo>
                <a:cubicBezTo>
                  <a:pt x="46552" y="47572"/>
                  <a:pt x="45142" y="53091"/>
                  <a:pt x="40313" y="59960"/>
                </a:cubicBezTo>
                <a:cubicBezTo>
                  <a:pt x="34644" y="66708"/>
                  <a:pt x="26665" y="77596"/>
                  <a:pt x="22886" y="88964"/>
                </a:cubicBezTo>
                <a:cubicBezTo>
                  <a:pt x="21086" y="94333"/>
                  <a:pt x="20246" y="99793"/>
                  <a:pt x="21026" y="104952"/>
                </a:cubicBezTo>
                <a:cubicBezTo>
                  <a:pt x="19077" y="106691"/>
                  <a:pt x="17607" y="109361"/>
                  <a:pt x="16047" y="111011"/>
                </a:cubicBezTo>
                <a:cubicBezTo>
                  <a:pt x="14787" y="112300"/>
                  <a:pt x="12958" y="112780"/>
                  <a:pt x="10948" y="113500"/>
                </a:cubicBezTo>
                <a:cubicBezTo>
                  <a:pt x="8938" y="114220"/>
                  <a:pt x="6749" y="115300"/>
                  <a:pt x="5399" y="117849"/>
                </a:cubicBezTo>
                <a:cubicBezTo>
                  <a:pt x="4769" y="119019"/>
                  <a:pt x="4559" y="120279"/>
                  <a:pt x="4559" y="121569"/>
                </a:cubicBezTo>
                <a:cubicBezTo>
                  <a:pt x="4559" y="122739"/>
                  <a:pt x="4739" y="123938"/>
                  <a:pt x="4919" y="125108"/>
                </a:cubicBezTo>
                <a:cubicBezTo>
                  <a:pt x="5279" y="127538"/>
                  <a:pt x="5669" y="129817"/>
                  <a:pt x="5159" y="131347"/>
                </a:cubicBezTo>
                <a:cubicBezTo>
                  <a:pt x="3599" y="135666"/>
                  <a:pt x="3389" y="138666"/>
                  <a:pt x="4499" y="140855"/>
                </a:cubicBezTo>
                <a:cubicBezTo>
                  <a:pt x="5639" y="143045"/>
                  <a:pt x="7919" y="144005"/>
                  <a:pt x="10528" y="144545"/>
                </a:cubicBezTo>
                <a:cubicBezTo>
                  <a:pt x="15717" y="145625"/>
                  <a:pt x="22766" y="145355"/>
                  <a:pt x="28315" y="148294"/>
                </a:cubicBezTo>
                <a:cubicBezTo>
                  <a:pt x="34254" y="151414"/>
                  <a:pt x="40283" y="152523"/>
                  <a:pt x="45082" y="151414"/>
                </a:cubicBezTo>
                <a:cubicBezTo>
                  <a:pt x="48562" y="150634"/>
                  <a:pt x="51411" y="148534"/>
                  <a:pt x="52851" y="145355"/>
                </a:cubicBezTo>
                <a:cubicBezTo>
                  <a:pt x="56600" y="145325"/>
                  <a:pt x="60739" y="143735"/>
                  <a:pt x="67338" y="143375"/>
                </a:cubicBezTo>
                <a:cubicBezTo>
                  <a:pt x="71807" y="143015"/>
                  <a:pt x="77416" y="144965"/>
                  <a:pt x="83865" y="144605"/>
                </a:cubicBezTo>
                <a:cubicBezTo>
                  <a:pt x="84045" y="145295"/>
                  <a:pt x="84285" y="145984"/>
                  <a:pt x="84615" y="146614"/>
                </a:cubicBezTo>
                <a:lnTo>
                  <a:pt x="84615" y="146644"/>
                </a:lnTo>
                <a:cubicBezTo>
                  <a:pt x="87105" y="151653"/>
                  <a:pt x="91754" y="153933"/>
                  <a:pt x="96703" y="153543"/>
                </a:cubicBezTo>
                <a:cubicBezTo>
                  <a:pt x="101682" y="153153"/>
                  <a:pt x="106931" y="150244"/>
                  <a:pt x="111191" y="145175"/>
                </a:cubicBezTo>
                <a:cubicBezTo>
                  <a:pt x="115270" y="140255"/>
                  <a:pt x="121989" y="138216"/>
                  <a:pt x="126458" y="135516"/>
                </a:cubicBezTo>
                <a:cubicBezTo>
                  <a:pt x="128677" y="134167"/>
                  <a:pt x="130477" y="132487"/>
                  <a:pt x="130627" y="130027"/>
                </a:cubicBezTo>
                <a:cubicBezTo>
                  <a:pt x="130747" y="127568"/>
                  <a:pt x="129307" y="124838"/>
                  <a:pt x="125978" y="121119"/>
                </a:cubicBezTo>
                <a:close/>
                <a:moveTo>
                  <a:pt x="67128" y="26185"/>
                </a:moveTo>
                <a:cubicBezTo>
                  <a:pt x="70068" y="19527"/>
                  <a:pt x="77386" y="19647"/>
                  <a:pt x="80326" y="26065"/>
                </a:cubicBezTo>
                <a:cubicBezTo>
                  <a:pt x="82276" y="30325"/>
                  <a:pt x="81406" y="35334"/>
                  <a:pt x="79036" y="38183"/>
                </a:cubicBezTo>
                <a:cubicBezTo>
                  <a:pt x="78556" y="37943"/>
                  <a:pt x="77266" y="37403"/>
                  <a:pt x="75257" y="36714"/>
                </a:cubicBezTo>
                <a:cubicBezTo>
                  <a:pt x="75587" y="36354"/>
                  <a:pt x="76187" y="35904"/>
                  <a:pt x="76427" y="35334"/>
                </a:cubicBezTo>
                <a:cubicBezTo>
                  <a:pt x="77866" y="31794"/>
                  <a:pt x="76367" y="27235"/>
                  <a:pt x="73697" y="27145"/>
                </a:cubicBezTo>
                <a:cubicBezTo>
                  <a:pt x="71507" y="26995"/>
                  <a:pt x="69528" y="30385"/>
                  <a:pt x="70158" y="34044"/>
                </a:cubicBezTo>
                <a:cubicBezTo>
                  <a:pt x="68928" y="33444"/>
                  <a:pt x="67338" y="32994"/>
                  <a:pt x="66258" y="32724"/>
                </a:cubicBezTo>
                <a:cubicBezTo>
                  <a:pt x="65958" y="30655"/>
                  <a:pt x="66168" y="28345"/>
                  <a:pt x="67128" y="26185"/>
                </a:cubicBezTo>
                <a:close/>
                <a:moveTo>
                  <a:pt x="54920" y="22736"/>
                </a:moveTo>
                <a:cubicBezTo>
                  <a:pt x="57950" y="22736"/>
                  <a:pt x="61159" y="26995"/>
                  <a:pt x="60649" y="32784"/>
                </a:cubicBezTo>
                <a:cubicBezTo>
                  <a:pt x="59600" y="33084"/>
                  <a:pt x="58520" y="33534"/>
                  <a:pt x="57590" y="34164"/>
                </a:cubicBezTo>
                <a:cubicBezTo>
                  <a:pt x="57950" y="31494"/>
                  <a:pt x="56600" y="28135"/>
                  <a:pt x="54710" y="28285"/>
                </a:cubicBezTo>
                <a:cubicBezTo>
                  <a:pt x="52191" y="28495"/>
                  <a:pt x="51771" y="34644"/>
                  <a:pt x="54171" y="36714"/>
                </a:cubicBezTo>
                <a:cubicBezTo>
                  <a:pt x="54470" y="36954"/>
                  <a:pt x="54740" y="36654"/>
                  <a:pt x="52401" y="38363"/>
                </a:cubicBezTo>
                <a:cubicBezTo>
                  <a:pt x="47722" y="33984"/>
                  <a:pt x="49251" y="22736"/>
                  <a:pt x="54920" y="22736"/>
                </a:cubicBezTo>
                <a:close/>
                <a:moveTo>
                  <a:pt x="50841" y="40943"/>
                </a:moveTo>
                <a:cubicBezTo>
                  <a:pt x="52701" y="39563"/>
                  <a:pt x="54920" y="37943"/>
                  <a:pt x="55070" y="37793"/>
                </a:cubicBezTo>
                <a:cubicBezTo>
                  <a:pt x="56480" y="36474"/>
                  <a:pt x="59120" y="33534"/>
                  <a:pt x="63439" y="33534"/>
                </a:cubicBezTo>
                <a:cubicBezTo>
                  <a:pt x="65569" y="33534"/>
                  <a:pt x="68118" y="34224"/>
                  <a:pt x="71208" y="36204"/>
                </a:cubicBezTo>
                <a:cubicBezTo>
                  <a:pt x="73097" y="37433"/>
                  <a:pt x="74597" y="37523"/>
                  <a:pt x="77986" y="38993"/>
                </a:cubicBezTo>
                <a:cubicBezTo>
                  <a:pt x="80506" y="40043"/>
                  <a:pt x="82096" y="41903"/>
                  <a:pt x="81136" y="44452"/>
                </a:cubicBezTo>
                <a:cubicBezTo>
                  <a:pt x="80356" y="46582"/>
                  <a:pt x="77836" y="48771"/>
                  <a:pt x="74327" y="49881"/>
                </a:cubicBezTo>
                <a:cubicBezTo>
                  <a:pt x="70998" y="50961"/>
                  <a:pt x="68388" y="54680"/>
                  <a:pt x="62869" y="54350"/>
                </a:cubicBezTo>
                <a:cubicBezTo>
                  <a:pt x="61699" y="54291"/>
                  <a:pt x="60769" y="54051"/>
                  <a:pt x="59990" y="53721"/>
                </a:cubicBezTo>
                <a:cubicBezTo>
                  <a:pt x="57590" y="52671"/>
                  <a:pt x="56330" y="50601"/>
                  <a:pt x="53991" y="49221"/>
                </a:cubicBezTo>
                <a:cubicBezTo>
                  <a:pt x="51411" y="47782"/>
                  <a:pt x="50031" y="46102"/>
                  <a:pt x="49581" y="44632"/>
                </a:cubicBezTo>
                <a:cubicBezTo>
                  <a:pt x="49161" y="43162"/>
                  <a:pt x="49581" y="41933"/>
                  <a:pt x="50841" y="40943"/>
                </a:cubicBezTo>
                <a:close/>
                <a:moveTo>
                  <a:pt x="51831" y="141125"/>
                </a:moveTo>
                <a:cubicBezTo>
                  <a:pt x="51021" y="151653"/>
                  <a:pt x="38663" y="151444"/>
                  <a:pt x="29245" y="146524"/>
                </a:cubicBezTo>
                <a:cubicBezTo>
                  <a:pt x="20276" y="141785"/>
                  <a:pt x="8668" y="144575"/>
                  <a:pt x="6299" y="139956"/>
                </a:cubicBezTo>
                <a:cubicBezTo>
                  <a:pt x="5579" y="138546"/>
                  <a:pt x="5579" y="136146"/>
                  <a:pt x="7079" y="132037"/>
                </a:cubicBezTo>
                <a:lnTo>
                  <a:pt x="7079" y="131977"/>
                </a:lnTo>
                <a:cubicBezTo>
                  <a:pt x="7799" y="129697"/>
                  <a:pt x="7259" y="127178"/>
                  <a:pt x="6899" y="124808"/>
                </a:cubicBezTo>
                <a:cubicBezTo>
                  <a:pt x="6539" y="122469"/>
                  <a:pt x="6359" y="120309"/>
                  <a:pt x="7169" y="118809"/>
                </a:cubicBezTo>
                <a:cubicBezTo>
                  <a:pt x="8219" y="116800"/>
                  <a:pt x="9718" y="116080"/>
                  <a:pt x="11608" y="115420"/>
                </a:cubicBezTo>
                <a:cubicBezTo>
                  <a:pt x="14697" y="114310"/>
                  <a:pt x="15147" y="114400"/>
                  <a:pt x="17487" y="112450"/>
                </a:cubicBezTo>
                <a:cubicBezTo>
                  <a:pt x="19137" y="110741"/>
                  <a:pt x="20336" y="108581"/>
                  <a:pt x="21776" y="107051"/>
                </a:cubicBezTo>
                <a:cubicBezTo>
                  <a:pt x="23306" y="105402"/>
                  <a:pt x="24776" y="104622"/>
                  <a:pt x="27085" y="104982"/>
                </a:cubicBezTo>
                <a:cubicBezTo>
                  <a:pt x="29515" y="105342"/>
                  <a:pt x="31614" y="107021"/>
                  <a:pt x="33654" y="109781"/>
                </a:cubicBezTo>
                <a:lnTo>
                  <a:pt x="39533" y="120459"/>
                </a:lnTo>
                <a:cubicBezTo>
                  <a:pt x="42383" y="126428"/>
                  <a:pt x="52461" y="134976"/>
                  <a:pt x="51831" y="141125"/>
                </a:cubicBezTo>
                <a:close/>
                <a:moveTo>
                  <a:pt x="51411" y="133357"/>
                </a:moveTo>
                <a:cubicBezTo>
                  <a:pt x="50181" y="131377"/>
                  <a:pt x="48532" y="129277"/>
                  <a:pt x="47092" y="127478"/>
                </a:cubicBezTo>
                <a:cubicBezTo>
                  <a:pt x="49221" y="127478"/>
                  <a:pt x="51351" y="126818"/>
                  <a:pt x="52101" y="124808"/>
                </a:cubicBezTo>
                <a:cubicBezTo>
                  <a:pt x="52791" y="122948"/>
                  <a:pt x="52101" y="120339"/>
                  <a:pt x="49881" y="117339"/>
                </a:cubicBezTo>
                <a:cubicBezTo>
                  <a:pt x="45832" y="111880"/>
                  <a:pt x="38393" y="107591"/>
                  <a:pt x="38393" y="107591"/>
                </a:cubicBezTo>
                <a:cubicBezTo>
                  <a:pt x="34344" y="105072"/>
                  <a:pt x="32064" y="101982"/>
                  <a:pt x="31015" y="98623"/>
                </a:cubicBezTo>
                <a:cubicBezTo>
                  <a:pt x="29965" y="95263"/>
                  <a:pt x="30115" y="91634"/>
                  <a:pt x="30925" y="88065"/>
                </a:cubicBezTo>
                <a:cubicBezTo>
                  <a:pt x="32484" y="81196"/>
                  <a:pt x="36504" y="74507"/>
                  <a:pt x="39083" y="70308"/>
                </a:cubicBezTo>
                <a:cubicBezTo>
                  <a:pt x="39773" y="69798"/>
                  <a:pt x="39323" y="71268"/>
                  <a:pt x="36474" y="76547"/>
                </a:cubicBezTo>
                <a:cubicBezTo>
                  <a:pt x="33924" y="81376"/>
                  <a:pt x="29155" y="92534"/>
                  <a:pt x="35694" y="101262"/>
                </a:cubicBezTo>
                <a:cubicBezTo>
                  <a:pt x="35874" y="95053"/>
                  <a:pt x="37343" y="88724"/>
                  <a:pt x="39833" y="82816"/>
                </a:cubicBezTo>
                <a:cubicBezTo>
                  <a:pt x="43432" y="74597"/>
                  <a:pt x="51021" y="60349"/>
                  <a:pt x="51621" y="49011"/>
                </a:cubicBezTo>
                <a:cubicBezTo>
                  <a:pt x="51951" y="49251"/>
                  <a:pt x="53001" y="49971"/>
                  <a:pt x="53481" y="50241"/>
                </a:cubicBezTo>
                <a:cubicBezTo>
                  <a:pt x="54860" y="51051"/>
                  <a:pt x="55910" y="52251"/>
                  <a:pt x="57260" y="53331"/>
                </a:cubicBezTo>
                <a:cubicBezTo>
                  <a:pt x="60979" y="56330"/>
                  <a:pt x="65808" y="56090"/>
                  <a:pt x="69978" y="53691"/>
                </a:cubicBezTo>
                <a:cubicBezTo>
                  <a:pt x="71837" y="52641"/>
                  <a:pt x="73337" y="51441"/>
                  <a:pt x="74747" y="50991"/>
                </a:cubicBezTo>
                <a:cubicBezTo>
                  <a:pt x="77716" y="50061"/>
                  <a:pt x="80086" y="48412"/>
                  <a:pt x="81436" y="46492"/>
                </a:cubicBezTo>
                <a:cubicBezTo>
                  <a:pt x="83745" y="55610"/>
                  <a:pt x="89144" y="68778"/>
                  <a:pt x="92594" y="75197"/>
                </a:cubicBezTo>
                <a:cubicBezTo>
                  <a:pt x="94423" y="78616"/>
                  <a:pt x="98083" y="85845"/>
                  <a:pt x="99673" y="94573"/>
                </a:cubicBezTo>
                <a:cubicBezTo>
                  <a:pt x="100662" y="94543"/>
                  <a:pt x="101772" y="94693"/>
                  <a:pt x="102942" y="94993"/>
                </a:cubicBezTo>
                <a:cubicBezTo>
                  <a:pt x="107081" y="84285"/>
                  <a:pt x="99433" y="72737"/>
                  <a:pt x="95953" y="69528"/>
                </a:cubicBezTo>
                <a:cubicBezTo>
                  <a:pt x="94543" y="68148"/>
                  <a:pt x="94483" y="67548"/>
                  <a:pt x="95173" y="67578"/>
                </a:cubicBezTo>
                <a:cubicBezTo>
                  <a:pt x="98953" y="70938"/>
                  <a:pt x="103932" y="77686"/>
                  <a:pt x="105731" y="85275"/>
                </a:cubicBezTo>
                <a:cubicBezTo>
                  <a:pt x="106571" y="88754"/>
                  <a:pt x="106721" y="92384"/>
                  <a:pt x="105851" y="95983"/>
                </a:cubicBezTo>
                <a:cubicBezTo>
                  <a:pt x="110771" y="98023"/>
                  <a:pt x="116620" y="101352"/>
                  <a:pt x="115060" y="106421"/>
                </a:cubicBezTo>
                <a:cubicBezTo>
                  <a:pt x="114400" y="106391"/>
                  <a:pt x="114100" y="106421"/>
                  <a:pt x="113800" y="106421"/>
                </a:cubicBezTo>
                <a:cubicBezTo>
                  <a:pt x="114760" y="103392"/>
                  <a:pt x="112630" y="101142"/>
                  <a:pt x="106961" y="98593"/>
                </a:cubicBezTo>
                <a:cubicBezTo>
                  <a:pt x="101082" y="96013"/>
                  <a:pt x="96163" y="96013"/>
                  <a:pt x="95473" y="102342"/>
                </a:cubicBezTo>
                <a:cubicBezTo>
                  <a:pt x="91844" y="103602"/>
                  <a:pt x="89984" y="106751"/>
                  <a:pt x="89054" y="110531"/>
                </a:cubicBezTo>
                <a:cubicBezTo>
                  <a:pt x="88215" y="113890"/>
                  <a:pt x="87975" y="117939"/>
                  <a:pt x="87735" y="122499"/>
                </a:cubicBezTo>
                <a:cubicBezTo>
                  <a:pt x="87585" y="124808"/>
                  <a:pt x="86655" y="127898"/>
                  <a:pt x="85695" y="131197"/>
                </a:cubicBezTo>
                <a:cubicBezTo>
                  <a:pt x="76067" y="138066"/>
                  <a:pt x="62689" y="141065"/>
                  <a:pt x="51411" y="133357"/>
                </a:cubicBezTo>
                <a:close/>
                <a:moveTo>
                  <a:pt x="128617" y="129907"/>
                </a:moveTo>
                <a:cubicBezTo>
                  <a:pt x="128348" y="134946"/>
                  <a:pt x="116260" y="135876"/>
                  <a:pt x="109661" y="143855"/>
                </a:cubicBezTo>
                <a:cubicBezTo>
                  <a:pt x="105702" y="148564"/>
                  <a:pt x="100842" y="151174"/>
                  <a:pt x="96583" y="151503"/>
                </a:cubicBezTo>
                <a:cubicBezTo>
                  <a:pt x="92324" y="151833"/>
                  <a:pt x="88634" y="150064"/>
                  <a:pt x="86475" y="145715"/>
                </a:cubicBezTo>
                <a:cubicBezTo>
                  <a:pt x="85065" y="142385"/>
                  <a:pt x="85755" y="138786"/>
                  <a:pt x="86805" y="134826"/>
                </a:cubicBezTo>
                <a:cubicBezTo>
                  <a:pt x="87915" y="130567"/>
                  <a:pt x="89564" y="126188"/>
                  <a:pt x="89774" y="122649"/>
                </a:cubicBezTo>
                <a:cubicBezTo>
                  <a:pt x="90014" y="118089"/>
                  <a:pt x="90284" y="114100"/>
                  <a:pt x="91034" y="111041"/>
                </a:cubicBezTo>
                <a:cubicBezTo>
                  <a:pt x="91814" y="107951"/>
                  <a:pt x="93014" y="105881"/>
                  <a:pt x="95143" y="104712"/>
                </a:cubicBezTo>
                <a:cubicBezTo>
                  <a:pt x="95233" y="104652"/>
                  <a:pt x="95353" y="104622"/>
                  <a:pt x="95443" y="104562"/>
                </a:cubicBezTo>
                <a:cubicBezTo>
                  <a:pt x="95683" y="108521"/>
                  <a:pt x="97633" y="112540"/>
                  <a:pt x="101082" y="113410"/>
                </a:cubicBezTo>
                <a:cubicBezTo>
                  <a:pt x="104862" y="114400"/>
                  <a:pt x="110291" y="111161"/>
                  <a:pt x="112600" y="108521"/>
                </a:cubicBezTo>
                <a:cubicBezTo>
                  <a:pt x="115300" y="108431"/>
                  <a:pt x="117309" y="108251"/>
                  <a:pt x="119379" y="110051"/>
                </a:cubicBezTo>
                <a:cubicBezTo>
                  <a:pt x="122349" y="112600"/>
                  <a:pt x="121509" y="119139"/>
                  <a:pt x="124508" y="122529"/>
                </a:cubicBezTo>
                <a:cubicBezTo>
                  <a:pt x="127688" y="126008"/>
                  <a:pt x="128707" y="128378"/>
                  <a:pt x="128617" y="129907"/>
                </a:cubicBezTo>
                <a:close/>
                <a:moveTo>
                  <a:pt x="52011" y="44602"/>
                </a:moveTo>
                <a:cubicBezTo>
                  <a:pt x="52611" y="45172"/>
                  <a:pt x="53421" y="45952"/>
                  <a:pt x="54410" y="46732"/>
                </a:cubicBezTo>
                <a:cubicBezTo>
                  <a:pt x="56390" y="48292"/>
                  <a:pt x="59150" y="49911"/>
                  <a:pt x="62599" y="49911"/>
                </a:cubicBezTo>
                <a:cubicBezTo>
                  <a:pt x="66078" y="49911"/>
                  <a:pt x="69348" y="48142"/>
                  <a:pt x="72137" y="46672"/>
                </a:cubicBezTo>
                <a:cubicBezTo>
                  <a:pt x="73607" y="45892"/>
                  <a:pt x="75407" y="44572"/>
                  <a:pt x="76577" y="43552"/>
                </a:cubicBezTo>
                <a:cubicBezTo>
                  <a:pt x="77746" y="42533"/>
                  <a:pt x="78346" y="41663"/>
                  <a:pt x="77506" y="41573"/>
                </a:cubicBezTo>
                <a:cubicBezTo>
                  <a:pt x="76667" y="41483"/>
                  <a:pt x="76727" y="42353"/>
                  <a:pt x="75707" y="43102"/>
                </a:cubicBezTo>
                <a:cubicBezTo>
                  <a:pt x="74387" y="44062"/>
                  <a:pt x="72797" y="45322"/>
                  <a:pt x="71537" y="46042"/>
                </a:cubicBezTo>
                <a:cubicBezTo>
                  <a:pt x="69318" y="47302"/>
                  <a:pt x="65689" y="49101"/>
                  <a:pt x="62569" y="49101"/>
                </a:cubicBezTo>
                <a:cubicBezTo>
                  <a:pt x="59450" y="49101"/>
                  <a:pt x="56960" y="47662"/>
                  <a:pt x="55100" y="46192"/>
                </a:cubicBezTo>
                <a:cubicBezTo>
                  <a:pt x="54171" y="45442"/>
                  <a:pt x="53391" y="44692"/>
                  <a:pt x="52791" y="44122"/>
                </a:cubicBezTo>
                <a:cubicBezTo>
                  <a:pt x="52341" y="43702"/>
                  <a:pt x="52221" y="42743"/>
                  <a:pt x="51501" y="42653"/>
                </a:cubicBezTo>
                <a:cubicBezTo>
                  <a:pt x="51081" y="42623"/>
                  <a:pt x="50961" y="43762"/>
                  <a:pt x="52011" y="44602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14791" y="2636339"/>
            <a:ext cx="508497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4791" y="2841103"/>
            <a:ext cx="507644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Ubuntu 18.04+, Debian 10+, Fedora 32+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442" y="3118388"/>
            <a:ext cx="5315337" cy="8532"/>
          </a:xfrm>
          <a:custGeom>
            <a:avLst/>
            <a:gdLst/>
            <a:ahLst/>
            <a:cxnLst/>
            <a:rect l="l" t="t" r="r" b="b"/>
            <a:pathLst>
              <a:path w="5315337" h="8532">
                <a:moveTo>
                  <a:pt x="0" y="0"/>
                </a:moveTo>
                <a:lnTo>
                  <a:pt x="5315337" y="0"/>
                </a:lnTo>
                <a:lnTo>
                  <a:pt x="5315337" y="8532"/>
                </a:lnTo>
                <a:lnTo>
                  <a:pt x="0" y="853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7506" y="3250631"/>
            <a:ext cx="119446" cy="119446"/>
          </a:xfrm>
          <a:custGeom>
            <a:avLst/>
            <a:gdLst/>
            <a:ahLst/>
            <a:cxnLst/>
            <a:rect l="l" t="t" r="r" b="b"/>
            <a:pathLst>
              <a:path w="119446" h="119446">
                <a:moveTo>
                  <a:pt x="41059" y="5599"/>
                </a:moveTo>
                <a:cubicBezTo>
                  <a:pt x="41059" y="2496"/>
                  <a:pt x="38563" y="0"/>
                  <a:pt x="35460" y="0"/>
                </a:cubicBezTo>
                <a:cubicBezTo>
                  <a:pt x="32358" y="0"/>
                  <a:pt x="29861" y="2496"/>
                  <a:pt x="29861" y="5599"/>
                </a:cubicBezTo>
                <a:lnTo>
                  <a:pt x="29861" y="14931"/>
                </a:lnTo>
                <a:cubicBezTo>
                  <a:pt x="21626" y="14931"/>
                  <a:pt x="14931" y="21626"/>
                  <a:pt x="14931" y="29861"/>
                </a:cubicBezTo>
                <a:lnTo>
                  <a:pt x="5599" y="29861"/>
                </a:lnTo>
                <a:cubicBezTo>
                  <a:pt x="2496" y="29861"/>
                  <a:pt x="0" y="32358"/>
                  <a:pt x="0" y="35460"/>
                </a:cubicBezTo>
                <a:cubicBezTo>
                  <a:pt x="0" y="38563"/>
                  <a:pt x="2496" y="41059"/>
                  <a:pt x="5599" y="41059"/>
                </a:cubicBezTo>
                <a:lnTo>
                  <a:pt x="14931" y="41059"/>
                </a:lnTo>
                <a:lnTo>
                  <a:pt x="14931" y="54124"/>
                </a:lnTo>
                <a:lnTo>
                  <a:pt x="5599" y="54124"/>
                </a:lnTo>
                <a:cubicBezTo>
                  <a:pt x="2496" y="54124"/>
                  <a:pt x="0" y="56620"/>
                  <a:pt x="0" y="59723"/>
                </a:cubicBezTo>
                <a:cubicBezTo>
                  <a:pt x="0" y="62826"/>
                  <a:pt x="2496" y="65322"/>
                  <a:pt x="5599" y="65322"/>
                </a:cubicBezTo>
                <a:lnTo>
                  <a:pt x="14931" y="65322"/>
                </a:lnTo>
                <a:lnTo>
                  <a:pt x="14931" y="78386"/>
                </a:lnTo>
                <a:lnTo>
                  <a:pt x="5599" y="78386"/>
                </a:lnTo>
                <a:cubicBezTo>
                  <a:pt x="2496" y="78386"/>
                  <a:pt x="0" y="80883"/>
                  <a:pt x="0" y="83985"/>
                </a:cubicBezTo>
                <a:cubicBezTo>
                  <a:pt x="0" y="87088"/>
                  <a:pt x="2496" y="89584"/>
                  <a:pt x="5599" y="89584"/>
                </a:cubicBezTo>
                <a:lnTo>
                  <a:pt x="14931" y="89584"/>
                </a:lnTo>
                <a:cubicBezTo>
                  <a:pt x="14931" y="97820"/>
                  <a:pt x="21626" y="104515"/>
                  <a:pt x="29861" y="104515"/>
                </a:cubicBezTo>
                <a:lnTo>
                  <a:pt x="29861" y="113847"/>
                </a:lnTo>
                <a:cubicBezTo>
                  <a:pt x="29861" y="116950"/>
                  <a:pt x="32358" y="119446"/>
                  <a:pt x="35460" y="119446"/>
                </a:cubicBezTo>
                <a:cubicBezTo>
                  <a:pt x="38563" y="119446"/>
                  <a:pt x="41059" y="116950"/>
                  <a:pt x="41059" y="113847"/>
                </a:cubicBezTo>
                <a:lnTo>
                  <a:pt x="41059" y="104515"/>
                </a:lnTo>
                <a:lnTo>
                  <a:pt x="54124" y="104515"/>
                </a:lnTo>
                <a:lnTo>
                  <a:pt x="54124" y="113847"/>
                </a:lnTo>
                <a:cubicBezTo>
                  <a:pt x="54124" y="116950"/>
                  <a:pt x="56620" y="119446"/>
                  <a:pt x="59723" y="119446"/>
                </a:cubicBezTo>
                <a:cubicBezTo>
                  <a:pt x="62826" y="119446"/>
                  <a:pt x="65322" y="116950"/>
                  <a:pt x="65322" y="113847"/>
                </a:cubicBezTo>
                <a:lnTo>
                  <a:pt x="65322" y="104515"/>
                </a:lnTo>
                <a:lnTo>
                  <a:pt x="78386" y="104515"/>
                </a:lnTo>
                <a:lnTo>
                  <a:pt x="78386" y="113847"/>
                </a:lnTo>
                <a:cubicBezTo>
                  <a:pt x="78386" y="116950"/>
                  <a:pt x="80883" y="119446"/>
                  <a:pt x="83985" y="119446"/>
                </a:cubicBezTo>
                <a:cubicBezTo>
                  <a:pt x="87088" y="119446"/>
                  <a:pt x="89584" y="116950"/>
                  <a:pt x="89584" y="113847"/>
                </a:cubicBezTo>
                <a:lnTo>
                  <a:pt x="89584" y="104515"/>
                </a:lnTo>
                <a:cubicBezTo>
                  <a:pt x="97820" y="104515"/>
                  <a:pt x="104515" y="97820"/>
                  <a:pt x="104515" y="89584"/>
                </a:cubicBezTo>
                <a:lnTo>
                  <a:pt x="113847" y="89584"/>
                </a:lnTo>
                <a:cubicBezTo>
                  <a:pt x="116950" y="89584"/>
                  <a:pt x="119446" y="87088"/>
                  <a:pt x="119446" y="83985"/>
                </a:cubicBezTo>
                <a:cubicBezTo>
                  <a:pt x="119446" y="80883"/>
                  <a:pt x="116950" y="78386"/>
                  <a:pt x="113847" y="78386"/>
                </a:cubicBezTo>
                <a:lnTo>
                  <a:pt x="104515" y="78386"/>
                </a:lnTo>
                <a:lnTo>
                  <a:pt x="104515" y="65322"/>
                </a:lnTo>
                <a:lnTo>
                  <a:pt x="113847" y="65322"/>
                </a:lnTo>
                <a:cubicBezTo>
                  <a:pt x="116950" y="65322"/>
                  <a:pt x="119446" y="62826"/>
                  <a:pt x="119446" y="59723"/>
                </a:cubicBezTo>
                <a:cubicBezTo>
                  <a:pt x="119446" y="56620"/>
                  <a:pt x="116950" y="54124"/>
                  <a:pt x="113847" y="54124"/>
                </a:cubicBezTo>
                <a:lnTo>
                  <a:pt x="104515" y="54124"/>
                </a:lnTo>
                <a:lnTo>
                  <a:pt x="104515" y="41059"/>
                </a:lnTo>
                <a:lnTo>
                  <a:pt x="113847" y="41059"/>
                </a:lnTo>
                <a:cubicBezTo>
                  <a:pt x="116950" y="41059"/>
                  <a:pt x="119446" y="38563"/>
                  <a:pt x="119446" y="35460"/>
                </a:cubicBezTo>
                <a:cubicBezTo>
                  <a:pt x="119446" y="32358"/>
                  <a:pt x="116950" y="29861"/>
                  <a:pt x="113847" y="29861"/>
                </a:cubicBezTo>
                <a:lnTo>
                  <a:pt x="104515" y="29861"/>
                </a:lnTo>
                <a:cubicBezTo>
                  <a:pt x="104515" y="21626"/>
                  <a:pt x="97820" y="14931"/>
                  <a:pt x="89584" y="14931"/>
                </a:cubicBezTo>
                <a:lnTo>
                  <a:pt x="89584" y="5599"/>
                </a:lnTo>
                <a:cubicBezTo>
                  <a:pt x="89584" y="2496"/>
                  <a:pt x="87088" y="0"/>
                  <a:pt x="83985" y="0"/>
                </a:cubicBezTo>
                <a:cubicBezTo>
                  <a:pt x="80883" y="0"/>
                  <a:pt x="78386" y="2496"/>
                  <a:pt x="78386" y="5599"/>
                </a:cubicBezTo>
                <a:lnTo>
                  <a:pt x="78386" y="14931"/>
                </a:lnTo>
                <a:lnTo>
                  <a:pt x="65322" y="14931"/>
                </a:lnTo>
                <a:lnTo>
                  <a:pt x="65322" y="5599"/>
                </a:lnTo>
                <a:cubicBezTo>
                  <a:pt x="65322" y="2496"/>
                  <a:pt x="62826" y="0"/>
                  <a:pt x="59723" y="0"/>
                </a:cubicBezTo>
                <a:cubicBezTo>
                  <a:pt x="56620" y="0"/>
                  <a:pt x="54124" y="2496"/>
                  <a:pt x="54124" y="5599"/>
                </a:cubicBezTo>
                <a:lnTo>
                  <a:pt x="54124" y="14931"/>
                </a:lnTo>
                <a:lnTo>
                  <a:pt x="41059" y="14931"/>
                </a:lnTo>
                <a:lnTo>
                  <a:pt x="41059" y="5599"/>
                </a:lnTo>
                <a:close/>
                <a:moveTo>
                  <a:pt x="37327" y="29861"/>
                </a:moveTo>
                <a:lnTo>
                  <a:pt x="82119" y="29861"/>
                </a:lnTo>
                <a:cubicBezTo>
                  <a:pt x="86248" y="29861"/>
                  <a:pt x="89584" y="33198"/>
                  <a:pt x="89584" y="37327"/>
                </a:cubicBezTo>
                <a:lnTo>
                  <a:pt x="89584" y="82119"/>
                </a:lnTo>
                <a:cubicBezTo>
                  <a:pt x="89584" y="86248"/>
                  <a:pt x="86248" y="89584"/>
                  <a:pt x="82119" y="89584"/>
                </a:cubicBezTo>
                <a:lnTo>
                  <a:pt x="37327" y="89584"/>
                </a:lnTo>
                <a:cubicBezTo>
                  <a:pt x="33198" y="89584"/>
                  <a:pt x="29861" y="86248"/>
                  <a:pt x="29861" y="82119"/>
                </a:cubicBezTo>
                <a:lnTo>
                  <a:pt x="29861" y="37327"/>
                </a:lnTo>
                <a:cubicBezTo>
                  <a:pt x="29861" y="33198"/>
                  <a:pt x="33198" y="29861"/>
                  <a:pt x="37327" y="29861"/>
                </a:cubicBezTo>
                <a:close/>
                <a:moveTo>
                  <a:pt x="41059" y="41059"/>
                </a:moveTo>
                <a:lnTo>
                  <a:pt x="41059" y="78386"/>
                </a:lnTo>
                <a:lnTo>
                  <a:pt x="78386" y="78386"/>
                </a:lnTo>
                <a:lnTo>
                  <a:pt x="78386" y="41059"/>
                </a:lnTo>
                <a:lnTo>
                  <a:pt x="41059" y="4105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8004" y="3225036"/>
            <a:ext cx="18770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硬件建议：</a:t>
            </a: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16GB+ 内存，SSD硬盘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5540" y="3715617"/>
            <a:ext cx="5665142" cy="2576616"/>
          </a:xfrm>
          <a:custGeom>
            <a:avLst/>
            <a:gdLst/>
            <a:ahLst/>
            <a:cxnLst/>
            <a:rect l="l" t="t" r="r" b="b"/>
            <a:pathLst>
              <a:path w="5665142" h="2576616">
                <a:moveTo>
                  <a:pt x="102395" y="0"/>
                </a:moveTo>
                <a:lnTo>
                  <a:pt x="5562747" y="0"/>
                </a:lnTo>
                <a:cubicBezTo>
                  <a:pt x="5619298" y="0"/>
                  <a:pt x="5665142" y="45844"/>
                  <a:pt x="5665142" y="102395"/>
                </a:cubicBezTo>
                <a:lnTo>
                  <a:pt x="5665142" y="2474221"/>
                </a:lnTo>
                <a:cubicBezTo>
                  <a:pt x="5665142" y="2530772"/>
                  <a:pt x="5619298" y="2576616"/>
                  <a:pt x="5562747" y="2576616"/>
                </a:cubicBezTo>
                <a:lnTo>
                  <a:pt x="102395" y="2576616"/>
                </a:lnTo>
                <a:cubicBezTo>
                  <a:pt x="45844" y="2576616"/>
                  <a:pt x="0" y="2530772"/>
                  <a:pt x="0" y="2474221"/>
                </a:cubicBezTo>
                <a:lnTo>
                  <a:pt x="0" y="102395"/>
                </a:lnTo>
                <a:cubicBezTo>
                  <a:pt x="0" y="45882"/>
                  <a:pt x="45882" y="0"/>
                  <a:pt x="1023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52437" y="3924647"/>
            <a:ext cx="149307" cy="170637"/>
          </a:xfrm>
          <a:custGeom>
            <a:avLst/>
            <a:gdLst/>
            <a:ahLst/>
            <a:cxnLst/>
            <a:rect l="l" t="t" r="r" b="b"/>
            <a:pathLst>
              <a:path w="149307" h="170637">
                <a:moveTo>
                  <a:pt x="85318" y="10665"/>
                </a:moveTo>
                <a:cubicBezTo>
                  <a:pt x="85318" y="4766"/>
                  <a:pt x="80553" y="0"/>
                  <a:pt x="74654" y="0"/>
                </a:cubicBezTo>
                <a:cubicBezTo>
                  <a:pt x="68755" y="0"/>
                  <a:pt x="63989" y="4766"/>
                  <a:pt x="63989" y="10665"/>
                </a:cubicBezTo>
                <a:lnTo>
                  <a:pt x="63989" y="80886"/>
                </a:lnTo>
                <a:lnTo>
                  <a:pt x="50191" y="67088"/>
                </a:lnTo>
                <a:cubicBezTo>
                  <a:pt x="46025" y="62922"/>
                  <a:pt x="39260" y="62922"/>
                  <a:pt x="35094" y="67088"/>
                </a:cubicBezTo>
                <a:cubicBezTo>
                  <a:pt x="30928" y="71254"/>
                  <a:pt x="30928" y="78020"/>
                  <a:pt x="35094" y="82186"/>
                </a:cubicBezTo>
                <a:lnTo>
                  <a:pt x="67088" y="114180"/>
                </a:lnTo>
                <a:cubicBezTo>
                  <a:pt x="71254" y="118346"/>
                  <a:pt x="78020" y="118346"/>
                  <a:pt x="82186" y="114180"/>
                </a:cubicBezTo>
                <a:lnTo>
                  <a:pt x="114180" y="82186"/>
                </a:lnTo>
                <a:cubicBezTo>
                  <a:pt x="118346" y="78020"/>
                  <a:pt x="118346" y="71254"/>
                  <a:pt x="114180" y="67088"/>
                </a:cubicBezTo>
                <a:cubicBezTo>
                  <a:pt x="110014" y="62922"/>
                  <a:pt x="103249" y="62922"/>
                  <a:pt x="99083" y="67088"/>
                </a:cubicBezTo>
                <a:lnTo>
                  <a:pt x="85318" y="80886"/>
                </a:lnTo>
                <a:lnTo>
                  <a:pt x="85318" y="10665"/>
                </a:lnTo>
                <a:close/>
                <a:moveTo>
                  <a:pt x="21330" y="106648"/>
                </a:moveTo>
                <a:cubicBezTo>
                  <a:pt x="9565" y="106648"/>
                  <a:pt x="0" y="116213"/>
                  <a:pt x="0" y="127978"/>
                </a:cubicBezTo>
                <a:lnTo>
                  <a:pt x="0" y="138642"/>
                </a:lnTo>
                <a:cubicBezTo>
                  <a:pt x="0" y="150407"/>
                  <a:pt x="9565" y="159972"/>
                  <a:pt x="21330" y="159972"/>
                </a:cubicBezTo>
                <a:lnTo>
                  <a:pt x="127978" y="159972"/>
                </a:lnTo>
                <a:cubicBezTo>
                  <a:pt x="139742" y="159972"/>
                  <a:pt x="149307" y="150407"/>
                  <a:pt x="149307" y="138642"/>
                </a:cubicBezTo>
                <a:lnTo>
                  <a:pt x="149307" y="127978"/>
                </a:lnTo>
                <a:cubicBezTo>
                  <a:pt x="149307" y="116213"/>
                  <a:pt x="139742" y="106648"/>
                  <a:pt x="127978" y="106648"/>
                </a:cubicBezTo>
                <a:lnTo>
                  <a:pt x="112347" y="106648"/>
                </a:lnTo>
                <a:lnTo>
                  <a:pt x="93484" y="125511"/>
                </a:lnTo>
                <a:cubicBezTo>
                  <a:pt x="83085" y="135910"/>
                  <a:pt x="66188" y="135910"/>
                  <a:pt x="55790" y="125511"/>
                </a:cubicBezTo>
                <a:lnTo>
                  <a:pt x="36960" y="106648"/>
                </a:lnTo>
                <a:lnTo>
                  <a:pt x="21330" y="106648"/>
                </a:lnTo>
                <a:close/>
                <a:moveTo>
                  <a:pt x="122645" y="125311"/>
                </a:moveTo>
                <a:cubicBezTo>
                  <a:pt x="127060" y="125311"/>
                  <a:pt x="130644" y="128895"/>
                  <a:pt x="130644" y="133310"/>
                </a:cubicBezTo>
                <a:cubicBezTo>
                  <a:pt x="130644" y="137725"/>
                  <a:pt x="127060" y="141309"/>
                  <a:pt x="122645" y="141309"/>
                </a:cubicBezTo>
                <a:cubicBezTo>
                  <a:pt x="118231" y="141309"/>
                  <a:pt x="114647" y="137725"/>
                  <a:pt x="114647" y="133310"/>
                </a:cubicBezTo>
                <a:cubicBezTo>
                  <a:pt x="114647" y="128895"/>
                  <a:pt x="118231" y="125311"/>
                  <a:pt x="122645" y="12531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36120" y="3890519"/>
            <a:ext cx="7678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下载渠道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4708" y="4270186"/>
            <a:ext cx="5306805" cy="870248"/>
          </a:xfrm>
          <a:custGeom>
            <a:avLst/>
            <a:gdLst/>
            <a:ahLst/>
            <a:cxnLst/>
            <a:rect l="l" t="t" r="r" b="b"/>
            <a:pathLst>
              <a:path w="5306805" h="870248">
                <a:moveTo>
                  <a:pt x="68254" y="0"/>
                </a:moveTo>
                <a:lnTo>
                  <a:pt x="5238551" y="0"/>
                </a:lnTo>
                <a:cubicBezTo>
                  <a:pt x="5276247" y="0"/>
                  <a:pt x="5306805" y="30558"/>
                  <a:pt x="5306805" y="68254"/>
                </a:cubicBezTo>
                <a:lnTo>
                  <a:pt x="5306805" y="801994"/>
                </a:lnTo>
                <a:cubicBezTo>
                  <a:pt x="5306805" y="839690"/>
                  <a:pt x="5276247" y="870248"/>
                  <a:pt x="5238551" y="870248"/>
                </a:cubicBezTo>
                <a:lnTo>
                  <a:pt x="68254" y="870248"/>
                </a:lnTo>
                <a:cubicBezTo>
                  <a:pt x="30583" y="870248"/>
                  <a:pt x="0" y="839664"/>
                  <a:pt x="0" y="801994"/>
                </a:cubicBezTo>
                <a:lnTo>
                  <a:pt x="0" y="68254"/>
                </a:lnTo>
                <a:cubicBezTo>
                  <a:pt x="0" y="30583"/>
                  <a:pt x="30583" y="0"/>
                  <a:pt x="6825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8420" y="4410962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93824" y="74654"/>
                </a:moveTo>
                <a:lnTo>
                  <a:pt x="42926" y="74654"/>
                </a:lnTo>
                <a:cubicBezTo>
                  <a:pt x="43699" y="91851"/>
                  <a:pt x="47512" y="107688"/>
                  <a:pt x="52924" y="119286"/>
                </a:cubicBezTo>
                <a:cubicBezTo>
                  <a:pt x="55964" y="125818"/>
                  <a:pt x="59243" y="130431"/>
                  <a:pt x="62282" y="133257"/>
                </a:cubicBezTo>
                <a:cubicBezTo>
                  <a:pt x="65269" y="136056"/>
                  <a:pt x="67322" y="136509"/>
                  <a:pt x="68388" y="136509"/>
                </a:cubicBezTo>
                <a:cubicBezTo>
                  <a:pt x="69455" y="136509"/>
                  <a:pt x="71507" y="136056"/>
                  <a:pt x="74494" y="133257"/>
                </a:cubicBezTo>
                <a:cubicBezTo>
                  <a:pt x="77533" y="130431"/>
                  <a:pt x="80813" y="125791"/>
                  <a:pt x="83852" y="119286"/>
                </a:cubicBezTo>
                <a:cubicBezTo>
                  <a:pt x="89264" y="107688"/>
                  <a:pt x="93077" y="91851"/>
                  <a:pt x="93850" y="74654"/>
                </a:cubicBezTo>
                <a:close/>
                <a:moveTo>
                  <a:pt x="42899" y="61856"/>
                </a:moveTo>
                <a:lnTo>
                  <a:pt x="93797" y="61856"/>
                </a:lnTo>
                <a:cubicBezTo>
                  <a:pt x="93050" y="44659"/>
                  <a:pt x="89238" y="28822"/>
                  <a:pt x="83825" y="17224"/>
                </a:cubicBezTo>
                <a:cubicBezTo>
                  <a:pt x="80786" y="10718"/>
                  <a:pt x="77506" y="6079"/>
                  <a:pt x="74467" y="3253"/>
                </a:cubicBezTo>
                <a:cubicBezTo>
                  <a:pt x="71481" y="453"/>
                  <a:pt x="69428" y="0"/>
                  <a:pt x="68361" y="0"/>
                </a:cubicBezTo>
                <a:cubicBezTo>
                  <a:pt x="67295" y="0"/>
                  <a:pt x="65242" y="453"/>
                  <a:pt x="62256" y="3253"/>
                </a:cubicBezTo>
                <a:cubicBezTo>
                  <a:pt x="59216" y="6079"/>
                  <a:pt x="55937" y="10718"/>
                  <a:pt x="52897" y="17224"/>
                </a:cubicBezTo>
                <a:cubicBezTo>
                  <a:pt x="47485" y="28822"/>
                  <a:pt x="43672" y="44659"/>
                  <a:pt x="42899" y="61856"/>
                </a:cubicBezTo>
                <a:close/>
                <a:moveTo>
                  <a:pt x="30101" y="61856"/>
                </a:moveTo>
                <a:cubicBezTo>
                  <a:pt x="31035" y="39033"/>
                  <a:pt x="36927" y="17837"/>
                  <a:pt x="45539" y="3919"/>
                </a:cubicBezTo>
                <a:cubicBezTo>
                  <a:pt x="20983" y="12611"/>
                  <a:pt x="2906" y="34981"/>
                  <a:pt x="400" y="61856"/>
                </a:cubicBezTo>
                <a:lnTo>
                  <a:pt x="30101" y="61856"/>
                </a:lnTo>
                <a:close/>
                <a:moveTo>
                  <a:pt x="400" y="74654"/>
                </a:moveTo>
                <a:cubicBezTo>
                  <a:pt x="2906" y="101529"/>
                  <a:pt x="20983" y="123898"/>
                  <a:pt x="45539" y="132590"/>
                </a:cubicBezTo>
                <a:cubicBezTo>
                  <a:pt x="36927" y="118673"/>
                  <a:pt x="31035" y="97476"/>
                  <a:pt x="30101" y="74654"/>
                </a:cubicBezTo>
                <a:lnTo>
                  <a:pt x="400" y="74654"/>
                </a:lnTo>
                <a:close/>
                <a:moveTo>
                  <a:pt x="106621" y="74654"/>
                </a:moveTo>
                <a:cubicBezTo>
                  <a:pt x="105688" y="97476"/>
                  <a:pt x="99796" y="118673"/>
                  <a:pt x="91184" y="132590"/>
                </a:cubicBezTo>
                <a:cubicBezTo>
                  <a:pt x="115740" y="123872"/>
                  <a:pt x="133817" y="101529"/>
                  <a:pt x="136323" y="74654"/>
                </a:cubicBezTo>
                <a:lnTo>
                  <a:pt x="106621" y="74654"/>
                </a:lnTo>
                <a:close/>
                <a:moveTo>
                  <a:pt x="136323" y="61856"/>
                </a:moveTo>
                <a:cubicBezTo>
                  <a:pt x="133817" y="34981"/>
                  <a:pt x="115740" y="12611"/>
                  <a:pt x="91184" y="3919"/>
                </a:cubicBezTo>
                <a:cubicBezTo>
                  <a:pt x="99796" y="17837"/>
                  <a:pt x="105688" y="39033"/>
                  <a:pt x="106621" y="61856"/>
                </a:cubicBezTo>
                <a:lnTo>
                  <a:pt x="136323" y="6185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4375" y="4376834"/>
            <a:ext cx="47778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国际版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1356" y="4649853"/>
            <a:ext cx="5153232" cy="17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 </a:t>
            </a:r>
            <a:r>
              <a:rPr lang="en-US" sz="94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trae.ai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1356" y="4893010"/>
            <a:ext cx="514470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适合海外用户，模型选择更丰富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4708" y="5247082"/>
            <a:ext cx="5306805" cy="870248"/>
          </a:xfrm>
          <a:custGeom>
            <a:avLst/>
            <a:gdLst/>
            <a:ahLst/>
            <a:cxnLst/>
            <a:rect l="l" t="t" r="r" b="b"/>
            <a:pathLst>
              <a:path w="5306805" h="870248">
                <a:moveTo>
                  <a:pt x="68254" y="0"/>
                </a:moveTo>
                <a:lnTo>
                  <a:pt x="5238551" y="0"/>
                </a:lnTo>
                <a:cubicBezTo>
                  <a:pt x="5276247" y="0"/>
                  <a:pt x="5306805" y="30558"/>
                  <a:pt x="5306805" y="68254"/>
                </a:cubicBezTo>
                <a:lnTo>
                  <a:pt x="5306805" y="801994"/>
                </a:lnTo>
                <a:cubicBezTo>
                  <a:pt x="5306805" y="839690"/>
                  <a:pt x="5276247" y="870248"/>
                  <a:pt x="5238551" y="870248"/>
                </a:cubicBezTo>
                <a:lnTo>
                  <a:pt x="68254" y="870248"/>
                </a:lnTo>
                <a:cubicBezTo>
                  <a:pt x="30583" y="870248"/>
                  <a:pt x="0" y="839664"/>
                  <a:pt x="0" y="801994"/>
                </a:cubicBezTo>
                <a:lnTo>
                  <a:pt x="0" y="68254"/>
                </a:lnTo>
                <a:cubicBezTo>
                  <a:pt x="0" y="30583"/>
                  <a:pt x="30583" y="0"/>
                  <a:pt x="6825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5484" y="5387857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>
                <a:moveTo>
                  <a:pt x="0" y="50285"/>
                </a:moveTo>
                <a:cubicBezTo>
                  <a:pt x="0" y="22503"/>
                  <a:pt x="22929" y="0"/>
                  <a:pt x="51191" y="0"/>
                </a:cubicBezTo>
                <a:cubicBezTo>
                  <a:pt x="79453" y="0"/>
                  <a:pt x="102382" y="22503"/>
                  <a:pt x="102382" y="50285"/>
                </a:cubicBezTo>
                <a:cubicBezTo>
                  <a:pt x="102382" y="82092"/>
                  <a:pt x="70334" y="120219"/>
                  <a:pt x="56950" y="134750"/>
                </a:cubicBezTo>
                <a:cubicBezTo>
                  <a:pt x="53804" y="138162"/>
                  <a:pt x="48552" y="138162"/>
                  <a:pt x="45405" y="134750"/>
                </a:cubicBezTo>
                <a:cubicBezTo>
                  <a:pt x="32021" y="120219"/>
                  <a:pt x="-27" y="82092"/>
                  <a:pt x="-27" y="50285"/>
                </a:cubicBezTo>
                <a:close/>
                <a:moveTo>
                  <a:pt x="51191" y="68255"/>
                </a:moveTo>
                <a:cubicBezTo>
                  <a:pt x="60609" y="68255"/>
                  <a:pt x="68255" y="60609"/>
                  <a:pt x="68255" y="51191"/>
                </a:cubicBezTo>
                <a:cubicBezTo>
                  <a:pt x="68255" y="41773"/>
                  <a:pt x="60609" y="34127"/>
                  <a:pt x="51191" y="34127"/>
                </a:cubicBezTo>
                <a:cubicBezTo>
                  <a:pt x="41773" y="34127"/>
                  <a:pt x="34127" y="41773"/>
                  <a:pt x="34127" y="51191"/>
                </a:cubicBezTo>
                <a:cubicBezTo>
                  <a:pt x="34127" y="60609"/>
                  <a:pt x="41773" y="68255"/>
                  <a:pt x="51191" y="6825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4375" y="5353730"/>
            <a:ext cx="47778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356" y="5626749"/>
            <a:ext cx="5153232" cy="17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 </a:t>
            </a:r>
            <a:r>
              <a:rPr lang="en-US" sz="94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trae.com.cn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1356" y="5869906"/>
            <a:ext cx="514470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针对国内网络优化，访问更稳定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6984" y="1164596"/>
            <a:ext cx="5665142" cy="2022046"/>
          </a:xfrm>
          <a:custGeom>
            <a:avLst/>
            <a:gdLst/>
            <a:ahLst/>
            <a:cxnLst/>
            <a:rect l="l" t="t" r="r" b="b"/>
            <a:pathLst>
              <a:path w="5665142" h="2022046">
                <a:moveTo>
                  <a:pt x="102376" y="0"/>
                </a:moveTo>
                <a:lnTo>
                  <a:pt x="5562766" y="0"/>
                </a:lnTo>
                <a:cubicBezTo>
                  <a:pt x="5619307" y="0"/>
                  <a:pt x="5665142" y="45835"/>
                  <a:pt x="5665142" y="102376"/>
                </a:cubicBezTo>
                <a:lnTo>
                  <a:pt x="5665142" y="1919670"/>
                </a:lnTo>
                <a:cubicBezTo>
                  <a:pt x="5665142" y="1976211"/>
                  <a:pt x="5619307" y="2022046"/>
                  <a:pt x="5562766" y="2022046"/>
                </a:cubicBezTo>
                <a:lnTo>
                  <a:pt x="102376" y="2022046"/>
                </a:lnTo>
                <a:cubicBezTo>
                  <a:pt x="45835" y="2022046"/>
                  <a:pt x="0" y="1976211"/>
                  <a:pt x="0" y="1919670"/>
                </a:cubicBezTo>
                <a:lnTo>
                  <a:pt x="0" y="102376"/>
                </a:lnTo>
                <a:cubicBezTo>
                  <a:pt x="0" y="45835"/>
                  <a:pt x="45835" y="0"/>
                  <a:pt x="10237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61887" y="1373626"/>
            <a:ext cx="213296" cy="170637"/>
          </a:xfrm>
          <a:custGeom>
            <a:avLst/>
            <a:gdLst/>
            <a:ahLst/>
            <a:cxnLst/>
            <a:rect l="l" t="t" r="r" b="b"/>
            <a:pathLst>
              <a:path w="213296" h="170637">
                <a:moveTo>
                  <a:pt x="138609" y="70154"/>
                </a:moveTo>
                <a:cubicBezTo>
                  <a:pt x="142675" y="69055"/>
                  <a:pt x="146941" y="70988"/>
                  <a:pt x="148774" y="74754"/>
                </a:cubicBezTo>
                <a:lnTo>
                  <a:pt x="154973" y="87285"/>
                </a:lnTo>
                <a:cubicBezTo>
                  <a:pt x="158406" y="87751"/>
                  <a:pt x="161772" y="88684"/>
                  <a:pt x="164938" y="89984"/>
                </a:cubicBezTo>
                <a:lnTo>
                  <a:pt x="176602" y="82219"/>
                </a:lnTo>
                <a:cubicBezTo>
                  <a:pt x="180102" y="79886"/>
                  <a:pt x="184734" y="80353"/>
                  <a:pt x="187700" y="83319"/>
                </a:cubicBezTo>
                <a:lnTo>
                  <a:pt x="194099" y="89718"/>
                </a:lnTo>
                <a:cubicBezTo>
                  <a:pt x="197066" y="92684"/>
                  <a:pt x="197532" y="97350"/>
                  <a:pt x="195199" y="100816"/>
                </a:cubicBezTo>
                <a:lnTo>
                  <a:pt x="187434" y="112447"/>
                </a:lnTo>
                <a:cubicBezTo>
                  <a:pt x="188067" y="114013"/>
                  <a:pt x="188634" y="115646"/>
                  <a:pt x="189100" y="117346"/>
                </a:cubicBezTo>
                <a:cubicBezTo>
                  <a:pt x="189567" y="119046"/>
                  <a:pt x="189867" y="120712"/>
                  <a:pt x="190100" y="122412"/>
                </a:cubicBezTo>
                <a:lnTo>
                  <a:pt x="202665" y="128611"/>
                </a:lnTo>
                <a:cubicBezTo>
                  <a:pt x="206431" y="130477"/>
                  <a:pt x="208364" y="134743"/>
                  <a:pt x="207264" y="138776"/>
                </a:cubicBezTo>
                <a:lnTo>
                  <a:pt x="204931" y="147508"/>
                </a:lnTo>
                <a:cubicBezTo>
                  <a:pt x="203831" y="151540"/>
                  <a:pt x="200065" y="154273"/>
                  <a:pt x="195866" y="154006"/>
                </a:cubicBezTo>
                <a:lnTo>
                  <a:pt x="181868" y="153107"/>
                </a:lnTo>
                <a:cubicBezTo>
                  <a:pt x="179769" y="155806"/>
                  <a:pt x="177336" y="158306"/>
                  <a:pt x="174569" y="160439"/>
                </a:cubicBezTo>
                <a:lnTo>
                  <a:pt x="175469" y="174403"/>
                </a:lnTo>
                <a:cubicBezTo>
                  <a:pt x="175736" y="178602"/>
                  <a:pt x="173003" y="182401"/>
                  <a:pt x="168970" y="183468"/>
                </a:cubicBezTo>
                <a:lnTo>
                  <a:pt x="160239" y="185801"/>
                </a:lnTo>
                <a:cubicBezTo>
                  <a:pt x="156173" y="186901"/>
                  <a:pt x="151940" y="184968"/>
                  <a:pt x="150074" y="181202"/>
                </a:cubicBezTo>
                <a:lnTo>
                  <a:pt x="143875" y="168670"/>
                </a:lnTo>
                <a:cubicBezTo>
                  <a:pt x="140442" y="168204"/>
                  <a:pt x="137076" y="167271"/>
                  <a:pt x="133910" y="165971"/>
                </a:cubicBezTo>
                <a:lnTo>
                  <a:pt x="122245" y="173736"/>
                </a:lnTo>
                <a:cubicBezTo>
                  <a:pt x="118746" y="176069"/>
                  <a:pt x="114113" y="175603"/>
                  <a:pt x="111147" y="172636"/>
                </a:cubicBezTo>
                <a:lnTo>
                  <a:pt x="104748" y="166238"/>
                </a:lnTo>
                <a:cubicBezTo>
                  <a:pt x="101782" y="163271"/>
                  <a:pt x="101316" y="158639"/>
                  <a:pt x="103649" y="155140"/>
                </a:cubicBezTo>
                <a:lnTo>
                  <a:pt x="111414" y="143475"/>
                </a:lnTo>
                <a:cubicBezTo>
                  <a:pt x="110781" y="141909"/>
                  <a:pt x="110214" y="140275"/>
                  <a:pt x="109747" y="138576"/>
                </a:cubicBezTo>
                <a:cubicBezTo>
                  <a:pt x="109281" y="136876"/>
                  <a:pt x="108981" y="135176"/>
                  <a:pt x="108748" y="133510"/>
                </a:cubicBezTo>
                <a:lnTo>
                  <a:pt x="96183" y="127311"/>
                </a:lnTo>
                <a:cubicBezTo>
                  <a:pt x="92417" y="125445"/>
                  <a:pt x="90517" y="121179"/>
                  <a:pt x="91584" y="117146"/>
                </a:cubicBezTo>
                <a:lnTo>
                  <a:pt x="93917" y="108414"/>
                </a:lnTo>
                <a:cubicBezTo>
                  <a:pt x="95017" y="104382"/>
                  <a:pt x="98783" y="101649"/>
                  <a:pt x="102982" y="101916"/>
                </a:cubicBezTo>
                <a:lnTo>
                  <a:pt x="116946" y="102815"/>
                </a:lnTo>
                <a:cubicBezTo>
                  <a:pt x="119046" y="100116"/>
                  <a:pt x="121479" y="97616"/>
                  <a:pt x="124245" y="95483"/>
                </a:cubicBezTo>
                <a:lnTo>
                  <a:pt x="123345" y="81552"/>
                </a:lnTo>
                <a:cubicBezTo>
                  <a:pt x="123078" y="77353"/>
                  <a:pt x="125811" y="73554"/>
                  <a:pt x="129844" y="72487"/>
                </a:cubicBezTo>
                <a:lnTo>
                  <a:pt x="138576" y="70154"/>
                </a:lnTo>
                <a:close/>
                <a:moveTo>
                  <a:pt x="149441" y="113314"/>
                </a:moveTo>
                <a:cubicBezTo>
                  <a:pt x="141347" y="113323"/>
                  <a:pt x="134784" y="119901"/>
                  <a:pt x="134793" y="127994"/>
                </a:cubicBezTo>
                <a:cubicBezTo>
                  <a:pt x="134802" y="136088"/>
                  <a:pt x="141381" y="142651"/>
                  <a:pt x="149474" y="142642"/>
                </a:cubicBezTo>
                <a:cubicBezTo>
                  <a:pt x="157567" y="142633"/>
                  <a:pt x="164130" y="136054"/>
                  <a:pt x="164121" y="127961"/>
                </a:cubicBezTo>
                <a:cubicBezTo>
                  <a:pt x="164112" y="119868"/>
                  <a:pt x="157534" y="113304"/>
                  <a:pt x="149441" y="113314"/>
                </a:cubicBezTo>
                <a:close/>
                <a:moveTo>
                  <a:pt x="74954" y="-15164"/>
                </a:moveTo>
                <a:lnTo>
                  <a:pt x="83685" y="-12831"/>
                </a:lnTo>
                <a:cubicBezTo>
                  <a:pt x="87718" y="-11731"/>
                  <a:pt x="90451" y="-7932"/>
                  <a:pt x="90184" y="-3766"/>
                </a:cubicBezTo>
                <a:lnTo>
                  <a:pt x="89284" y="10165"/>
                </a:lnTo>
                <a:cubicBezTo>
                  <a:pt x="92051" y="12298"/>
                  <a:pt x="94483" y="14764"/>
                  <a:pt x="96583" y="17497"/>
                </a:cubicBezTo>
                <a:lnTo>
                  <a:pt x="110581" y="16597"/>
                </a:lnTo>
                <a:cubicBezTo>
                  <a:pt x="114747" y="16330"/>
                  <a:pt x="118546" y="19063"/>
                  <a:pt x="119646" y="23096"/>
                </a:cubicBezTo>
                <a:lnTo>
                  <a:pt x="121979" y="31828"/>
                </a:lnTo>
                <a:cubicBezTo>
                  <a:pt x="123045" y="35860"/>
                  <a:pt x="121145" y="40126"/>
                  <a:pt x="117379" y="41993"/>
                </a:cubicBezTo>
                <a:lnTo>
                  <a:pt x="104815" y="48192"/>
                </a:lnTo>
                <a:cubicBezTo>
                  <a:pt x="104582" y="49891"/>
                  <a:pt x="104248" y="51591"/>
                  <a:pt x="103815" y="53257"/>
                </a:cubicBezTo>
                <a:cubicBezTo>
                  <a:pt x="103382" y="54924"/>
                  <a:pt x="102782" y="56590"/>
                  <a:pt x="102149" y="58156"/>
                </a:cubicBezTo>
                <a:lnTo>
                  <a:pt x="109914" y="69821"/>
                </a:lnTo>
                <a:cubicBezTo>
                  <a:pt x="112247" y="73321"/>
                  <a:pt x="111780" y="77953"/>
                  <a:pt x="108814" y="80919"/>
                </a:cubicBezTo>
                <a:lnTo>
                  <a:pt x="102415" y="87318"/>
                </a:lnTo>
                <a:cubicBezTo>
                  <a:pt x="99449" y="90284"/>
                  <a:pt x="94817" y="90751"/>
                  <a:pt x="91317" y="88418"/>
                </a:cubicBezTo>
                <a:lnTo>
                  <a:pt x="79653" y="80653"/>
                </a:lnTo>
                <a:cubicBezTo>
                  <a:pt x="76487" y="81952"/>
                  <a:pt x="73121" y="82885"/>
                  <a:pt x="69688" y="83352"/>
                </a:cubicBezTo>
                <a:lnTo>
                  <a:pt x="63489" y="95883"/>
                </a:lnTo>
                <a:cubicBezTo>
                  <a:pt x="61623" y="99649"/>
                  <a:pt x="57357" y="101549"/>
                  <a:pt x="53324" y="100482"/>
                </a:cubicBezTo>
                <a:lnTo>
                  <a:pt x="44592" y="98149"/>
                </a:lnTo>
                <a:cubicBezTo>
                  <a:pt x="40526" y="97050"/>
                  <a:pt x="37827" y="93250"/>
                  <a:pt x="38093" y="89084"/>
                </a:cubicBezTo>
                <a:lnTo>
                  <a:pt x="38993" y="75120"/>
                </a:lnTo>
                <a:cubicBezTo>
                  <a:pt x="36227" y="72987"/>
                  <a:pt x="33794" y="70521"/>
                  <a:pt x="31694" y="67788"/>
                </a:cubicBezTo>
                <a:lnTo>
                  <a:pt x="17697" y="68688"/>
                </a:lnTo>
                <a:cubicBezTo>
                  <a:pt x="13531" y="68955"/>
                  <a:pt x="9732" y="66222"/>
                  <a:pt x="8632" y="62189"/>
                </a:cubicBezTo>
                <a:lnTo>
                  <a:pt x="6299" y="53457"/>
                </a:lnTo>
                <a:cubicBezTo>
                  <a:pt x="5232" y="49425"/>
                  <a:pt x="7132" y="45159"/>
                  <a:pt x="10898" y="43292"/>
                </a:cubicBezTo>
                <a:lnTo>
                  <a:pt x="23463" y="37094"/>
                </a:lnTo>
                <a:cubicBezTo>
                  <a:pt x="23696" y="35394"/>
                  <a:pt x="24029" y="33727"/>
                  <a:pt x="24462" y="32028"/>
                </a:cubicBezTo>
                <a:cubicBezTo>
                  <a:pt x="24929" y="30328"/>
                  <a:pt x="25462" y="28695"/>
                  <a:pt x="26129" y="27129"/>
                </a:cubicBezTo>
                <a:lnTo>
                  <a:pt x="18363" y="15497"/>
                </a:lnTo>
                <a:cubicBezTo>
                  <a:pt x="16031" y="11998"/>
                  <a:pt x="16497" y="7365"/>
                  <a:pt x="19463" y="4399"/>
                </a:cubicBezTo>
                <a:lnTo>
                  <a:pt x="25862" y="-2000"/>
                </a:lnTo>
                <a:cubicBezTo>
                  <a:pt x="28828" y="-4966"/>
                  <a:pt x="33461" y="-5432"/>
                  <a:pt x="36960" y="-3099"/>
                </a:cubicBezTo>
                <a:lnTo>
                  <a:pt x="48625" y="4666"/>
                </a:lnTo>
                <a:cubicBezTo>
                  <a:pt x="51791" y="3366"/>
                  <a:pt x="55157" y="2433"/>
                  <a:pt x="58590" y="1966"/>
                </a:cubicBezTo>
                <a:lnTo>
                  <a:pt x="64789" y="-10565"/>
                </a:lnTo>
                <a:cubicBezTo>
                  <a:pt x="66655" y="-14331"/>
                  <a:pt x="70888" y="-16230"/>
                  <a:pt x="74954" y="-15164"/>
                </a:cubicBezTo>
                <a:close/>
                <a:moveTo>
                  <a:pt x="64122" y="27995"/>
                </a:moveTo>
                <a:cubicBezTo>
                  <a:pt x="56029" y="27995"/>
                  <a:pt x="49458" y="34566"/>
                  <a:pt x="49458" y="42659"/>
                </a:cubicBezTo>
                <a:cubicBezTo>
                  <a:pt x="49458" y="50753"/>
                  <a:pt x="56029" y="57323"/>
                  <a:pt x="64122" y="57323"/>
                </a:cubicBezTo>
                <a:cubicBezTo>
                  <a:pt x="72215" y="57323"/>
                  <a:pt x="78786" y="50753"/>
                  <a:pt x="78786" y="42659"/>
                </a:cubicBezTo>
                <a:cubicBezTo>
                  <a:pt x="78786" y="34566"/>
                  <a:pt x="72215" y="27995"/>
                  <a:pt x="64122" y="2799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677565" y="1339499"/>
            <a:ext cx="7678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安装步骤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1887" y="1731964"/>
            <a:ext cx="238892" cy="238892"/>
          </a:xfrm>
          <a:custGeom>
            <a:avLst/>
            <a:gdLst/>
            <a:ahLst/>
            <a:cxnLst/>
            <a:rect l="l" t="t" r="r" b="b"/>
            <a:pathLst>
              <a:path w="238892" h="238892">
                <a:moveTo>
                  <a:pt x="68254" y="0"/>
                </a:moveTo>
                <a:lnTo>
                  <a:pt x="170638" y="0"/>
                </a:lnTo>
                <a:cubicBezTo>
                  <a:pt x="208333" y="0"/>
                  <a:pt x="238892" y="30558"/>
                  <a:pt x="238892" y="68254"/>
                </a:cubicBezTo>
                <a:lnTo>
                  <a:pt x="238892" y="170638"/>
                </a:lnTo>
                <a:cubicBezTo>
                  <a:pt x="238892" y="208333"/>
                  <a:pt x="208333" y="238892"/>
                  <a:pt x="170638" y="238892"/>
                </a:cubicBezTo>
                <a:lnTo>
                  <a:pt x="68254" y="238892"/>
                </a:lnTo>
                <a:cubicBezTo>
                  <a:pt x="30558" y="238892"/>
                  <a:pt x="0" y="208333"/>
                  <a:pt x="0" y="1706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57403" y="1766091"/>
            <a:ext cx="11091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03160" y="1714900"/>
            <a:ext cx="234625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03160" y="1919664"/>
            <a:ext cx="233772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下载.dmg → 拖入Applications → 授权运行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1887" y="2192683"/>
            <a:ext cx="238892" cy="238892"/>
          </a:xfrm>
          <a:custGeom>
            <a:avLst/>
            <a:gdLst/>
            <a:ahLst/>
            <a:cxnLst/>
            <a:rect l="l" t="t" r="r" b="b"/>
            <a:pathLst>
              <a:path w="238892" h="238892">
                <a:moveTo>
                  <a:pt x="68254" y="0"/>
                </a:moveTo>
                <a:lnTo>
                  <a:pt x="170638" y="0"/>
                </a:lnTo>
                <a:cubicBezTo>
                  <a:pt x="208333" y="0"/>
                  <a:pt x="238892" y="30558"/>
                  <a:pt x="238892" y="68254"/>
                </a:cubicBezTo>
                <a:lnTo>
                  <a:pt x="238892" y="170638"/>
                </a:lnTo>
                <a:cubicBezTo>
                  <a:pt x="238892" y="208333"/>
                  <a:pt x="208333" y="238892"/>
                  <a:pt x="170638" y="238892"/>
                </a:cubicBezTo>
                <a:lnTo>
                  <a:pt x="68254" y="238892"/>
                </a:lnTo>
                <a:cubicBezTo>
                  <a:pt x="30558" y="238892"/>
                  <a:pt x="0" y="208333"/>
                  <a:pt x="0" y="1706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46605" y="2226810"/>
            <a:ext cx="12797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03160" y="2175619"/>
            <a:ext cx="264487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03160" y="2380383"/>
            <a:ext cx="263633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下载.exe → 运行安装向导 → 勾选"Add to PATH"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1887" y="2653402"/>
            <a:ext cx="238892" cy="238892"/>
          </a:xfrm>
          <a:custGeom>
            <a:avLst/>
            <a:gdLst/>
            <a:ahLst/>
            <a:cxnLst/>
            <a:rect l="l" t="t" r="r" b="b"/>
            <a:pathLst>
              <a:path w="238892" h="238892">
                <a:moveTo>
                  <a:pt x="68254" y="0"/>
                </a:moveTo>
                <a:lnTo>
                  <a:pt x="170638" y="0"/>
                </a:lnTo>
                <a:cubicBezTo>
                  <a:pt x="208333" y="0"/>
                  <a:pt x="238892" y="30558"/>
                  <a:pt x="238892" y="68254"/>
                </a:cubicBezTo>
                <a:lnTo>
                  <a:pt x="238892" y="170638"/>
                </a:lnTo>
                <a:cubicBezTo>
                  <a:pt x="238892" y="208333"/>
                  <a:pt x="208333" y="238892"/>
                  <a:pt x="170638" y="238892"/>
                </a:cubicBezTo>
                <a:lnTo>
                  <a:pt x="68254" y="238892"/>
                </a:lnTo>
                <a:cubicBezTo>
                  <a:pt x="30558" y="238892"/>
                  <a:pt x="0" y="208333"/>
                  <a:pt x="0" y="1706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46072" y="2687530"/>
            <a:ext cx="12797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03160" y="2636339"/>
            <a:ext cx="177462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03160" y="2841103"/>
            <a:ext cx="176609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支持.deb, .rpm或AppImage格式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6984" y="3331684"/>
            <a:ext cx="5665142" cy="3523650"/>
          </a:xfrm>
          <a:custGeom>
            <a:avLst/>
            <a:gdLst/>
            <a:ahLst/>
            <a:cxnLst/>
            <a:rect l="l" t="t" r="r" b="b"/>
            <a:pathLst>
              <a:path w="5665142" h="3523650">
                <a:moveTo>
                  <a:pt x="102397" y="0"/>
                </a:moveTo>
                <a:lnTo>
                  <a:pt x="5562745" y="0"/>
                </a:lnTo>
                <a:cubicBezTo>
                  <a:pt x="5619297" y="0"/>
                  <a:pt x="5665142" y="45845"/>
                  <a:pt x="5665142" y="102397"/>
                </a:cubicBezTo>
                <a:lnTo>
                  <a:pt x="5665142" y="3421253"/>
                </a:lnTo>
                <a:cubicBezTo>
                  <a:pt x="5665142" y="3477805"/>
                  <a:pt x="5619297" y="3523650"/>
                  <a:pt x="5562745" y="3523650"/>
                </a:cubicBezTo>
                <a:lnTo>
                  <a:pt x="102397" y="3523650"/>
                </a:lnTo>
                <a:cubicBezTo>
                  <a:pt x="45845" y="3523650"/>
                  <a:pt x="0" y="3477805"/>
                  <a:pt x="0" y="3421253"/>
                </a:cubicBezTo>
                <a:lnTo>
                  <a:pt x="0" y="102397"/>
                </a:lnTo>
                <a:cubicBezTo>
                  <a:pt x="0" y="45883"/>
                  <a:pt x="45883" y="0"/>
                  <a:pt x="10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372552" y="3540714"/>
            <a:ext cx="191966" cy="170637"/>
          </a:xfrm>
          <a:custGeom>
            <a:avLst/>
            <a:gdLst/>
            <a:ahLst/>
            <a:cxnLst/>
            <a:rect l="l" t="t" r="r" b="b"/>
            <a:pathLst>
              <a:path w="191966" h="170637">
                <a:moveTo>
                  <a:pt x="169770" y="32861"/>
                </a:moveTo>
                <a:cubicBezTo>
                  <a:pt x="172303" y="30328"/>
                  <a:pt x="176536" y="30961"/>
                  <a:pt x="177802" y="34294"/>
                </a:cubicBezTo>
                <a:cubicBezTo>
                  <a:pt x="180068" y="40193"/>
                  <a:pt x="181302" y="46625"/>
                  <a:pt x="181302" y="53324"/>
                </a:cubicBezTo>
                <a:cubicBezTo>
                  <a:pt x="181302" y="82786"/>
                  <a:pt x="157439" y="106648"/>
                  <a:pt x="127978" y="106648"/>
                </a:cubicBezTo>
                <a:cubicBezTo>
                  <a:pt x="122145" y="106648"/>
                  <a:pt x="116513" y="105715"/>
                  <a:pt x="111247" y="103982"/>
                </a:cubicBezTo>
                <a:lnTo>
                  <a:pt x="48958" y="166271"/>
                </a:lnTo>
                <a:cubicBezTo>
                  <a:pt x="39593" y="175636"/>
                  <a:pt x="24396" y="175636"/>
                  <a:pt x="15031" y="166271"/>
                </a:cubicBezTo>
                <a:cubicBezTo>
                  <a:pt x="5666" y="156906"/>
                  <a:pt x="5666" y="141709"/>
                  <a:pt x="15031" y="132344"/>
                </a:cubicBezTo>
                <a:lnTo>
                  <a:pt x="77320" y="70054"/>
                </a:lnTo>
                <a:cubicBezTo>
                  <a:pt x="75587" y="64789"/>
                  <a:pt x="74654" y="59190"/>
                  <a:pt x="74654" y="53324"/>
                </a:cubicBezTo>
                <a:cubicBezTo>
                  <a:pt x="74654" y="23862"/>
                  <a:pt x="98516" y="0"/>
                  <a:pt x="127978" y="0"/>
                </a:cubicBezTo>
                <a:cubicBezTo>
                  <a:pt x="134676" y="0"/>
                  <a:pt x="141109" y="1233"/>
                  <a:pt x="147008" y="3499"/>
                </a:cubicBezTo>
                <a:cubicBezTo>
                  <a:pt x="150340" y="4766"/>
                  <a:pt x="150940" y="8998"/>
                  <a:pt x="148441" y="11531"/>
                </a:cubicBezTo>
                <a:lnTo>
                  <a:pt x="118879" y="41093"/>
                </a:lnTo>
                <a:cubicBezTo>
                  <a:pt x="117879" y="42093"/>
                  <a:pt x="117313" y="43459"/>
                  <a:pt x="117313" y="44859"/>
                </a:cubicBezTo>
                <a:lnTo>
                  <a:pt x="117313" y="58656"/>
                </a:lnTo>
                <a:cubicBezTo>
                  <a:pt x="117313" y="61589"/>
                  <a:pt x="119712" y="63989"/>
                  <a:pt x="122645" y="63989"/>
                </a:cubicBezTo>
                <a:lnTo>
                  <a:pt x="136443" y="63989"/>
                </a:lnTo>
                <a:cubicBezTo>
                  <a:pt x="137843" y="63989"/>
                  <a:pt x="139209" y="63422"/>
                  <a:pt x="140209" y="62422"/>
                </a:cubicBezTo>
                <a:lnTo>
                  <a:pt x="169770" y="32861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677565" y="3506586"/>
            <a:ext cx="11091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关键环境配置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6153" y="3886253"/>
            <a:ext cx="5306805" cy="1202990"/>
          </a:xfrm>
          <a:custGeom>
            <a:avLst/>
            <a:gdLst/>
            <a:ahLst/>
            <a:cxnLst/>
            <a:rect l="l" t="t" r="r" b="b"/>
            <a:pathLst>
              <a:path w="5306805" h="1202990">
                <a:moveTo>
                  <a:pt x="68258" y="0"/>
                </a:moveTo>
                <a:lnTo>
                  <a:pt x="5238547" y="0"/>
                </a:lnTo>
                <a:cubicBezTo>
                  <a:pt x="5276245" y="0"/>
                  <a:pt x="5306805" y="30560"/>
                  <a:pt x="5306805" y="68258"/>
                </a:cubicBezTo>
                <a:lnTo>
                  <a:pt x="5306805" y="1134732"/>
                </a:lnTo>
                <a:cubicBezTo>
                  <a:pt x="5306805" y="1172430"/>
                  <a:pt x="5276245" y="1202990"/>
                  <a:pt x="5238547" y="1202990"/>
                </a:cubicBezTo>
                <a:lnTo>
                  <a:pt x="68258" y="1202990"/>
                </a:lnTo>
                <a:cubicBezTo>
                  <a:pt x="30585" y="1202990"/>
                  <a:pt x="0" y="1172404"/>
                  <a:pt x="0" y="1134732"/>
                </a:cubicBezTo>
                <a:lnTo>
                  <a:pt x="0" y="68258"/>
                </a:lnTo>
                <a:cubicBezTo>
                  <a:pt x="0" y="30560"/>
                  <a:pt x="30560" y="0"/>
                  <a:pt x="682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498396" y="4027029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59856" y="135443"/>
                </a:moveTo>
                <a:cubicBezTo>
                  <a:pt x="58070" y="135443"/>
                  <a:pt x="56257" y="134963"/>
                  <a:pt x="54684" y="134057"/>
                </a:cubicBezTo>
                <a:lnTo>
                  <a:pt x="38233" y="124325"/>
                </a:lnTo>
                <a:cubicBezTo>
                  <a:pt x="35780" y="122938"/>
                  <a:pt x="36980" y="122459"/>
                  <a:pt x="37780" y="122192"/>
                </a:cubicBezTo>
                <a:cubicBezTo>
                  <a:pt x="41059" y="121045"/>
                  <a:pt x="41726" y="120806"/>
                  <a:pt x="45219" y="118806"/>
                </a:cubicBezTo>
                <a:cubicBezTo>
                  <a:pt x="45592" y="118593"/>
                  <a:pt x="46072" y="118673"/>
                  <a:pt x="46445" y="118913"/>
                </a:cubicBezTo>
                <a:lnTo>
                  <a:pt x="59083" y="126405"/>
                </a:lnTo>
                <a:cubicBezTo>
                  <a:pt x="59536" y="126671"/>
                  <a:pt x="60176" y="126671"/>
                  <a:pt x="60603" y="126405"/>
                </a:cubicBezTo>
                <a:lnTo>
                  <a:pt x="109847" y="97983"/>
                </a:lnTo>
                <a:cubicBezTo>
                  <a:pt x="110301" y="97716"/>
                  <a:pt x="110594" y="97183"/>
                  <a:pt x="110594" y="96650"/>
                </a:cubicBezTo>
                <a:lnTo>
                  <a:pt x="110594" y="39806"/>
                </a:lnTo>
                <a:cubicBezTo>
                  <a:pt x="110594" y="39246"/>
                  <a:pt x="110301" y="38740"/>
                  <a:pt x="109821" y="38447"/>
                </a:cubicBezTo>
                <a:lnTo>
                  <a:pt x="60603" y="10052"/>
                </a:lnTo>
                <a:cubicBezTo>
                  <a:pt x="60149" y="9785"/>
                  <a:pt x="59536" y="9785"/>
                  <a:pt x="59083" y="10052"/>
                </a:cubicBezTo>
                <a:lnTo>
                  <a:pt x="9892" y="38473"/>
                </a:lnTo>
                <a:cubicBezTo>
                  <a:pt x="9412" y="38740"/>
                  <a:pt x="9118" y="39273"/>
                  <a:pt x="9118" y="39833"/>
                </a:cubicBezTo>
                <a:lnTo>
                  <a:pt x="9118" y="96650"/>
                </a:lnTo>
                <a:cubicBezTo>
                  <a:pt x="9118" y="97183"/>
                  <a:pt x="9412" y="97716"/>
                  <a:pt x="9892" y="97956"/>
                </a:cubicBezTo>
                <a:lnTo>
                  <a:pt x="23383" y="105741"/>
                </a:lnTo>
                <a:cubicBezTo>
                  <a:pt x="30715" y="109394"/>
                  <a:pt x="35194" y="105102"/>
                  <a:pt x="35194" y="100756"/>
                </a:cubicBezTo>
                <a:lnTo>
                  <a:pt x="35194" y="44659"/>
                </a:lnTo>
                <a:cubicBezTo>
                  <a:pt x="35194" y="43859"/>
                  <a:pt x="35834" y="43246"/>
                  <a:pt x="36634" y="43246"/>
                </a:cubicBezTo>
                <a:lnTo>
                  <a:pt x="42872" y="43246"/>
                </a:lnTo>
                <a:cubicBezTo>
                  <a:pt x="43646" y="43246"/>
                  <a:pt x="44312" y="43859"/>
                  <a:pt x="44312" y="44659"/>
                </a:cubicBezTo>
                <a:lnTo>
                  <a:pt x="44312" y="100782"/>
                </a:lnTo>
                <a:cubicBezTo>
                  <a:pt x="44312" y="110541"/>
                  <a:pt x="38980" y="116140"/>
                  <a:pt x="29728" y="116140"/>
                </a:cubicBezTo>
                <a:cubicBezTo>
                  <a:pt x="26875" y="116140"/>
                  <a:pt x="24636" y="116140"/>
                  <a:pt x="18397" y="113047"/>
                </a:cubicBezTo>
                <a:lnTo>
                  <a:pt x="5492" y="105608"/>
                </a:lnTo>
                <a:cubicBezTo>
                  <a:pt x="2293" y="103769"/>
                  <a:pt x="320" y="100329"/>
                  <a:pt x="320" y="96623"/>
                </a:cubicBezTo>
                <a:lnTo>
                  <a:pt x="320" y="39806"/>
                </a:lnTo>
                <a:cubicBezTo>
                  <a:pt x="320" y="36127"/>
                  <a:pt x="2293" y="32661"/>
                  <a:pt x="5492" y="30821"/>
                </a:cubicBezTo>
                <a:lnTo>
                  <a:pt x="54684" y="2400"/>
                </a:lnTo>
                <a:cubicBezTo>
                  <a:pt x="57803" y="640"/>
                  <a:pt x="61936" y="640"/>
                  <a:pt x="65029" y="2400"/>
                </a:cubicBezTo>
                <a:lnTo>
                  <a:pt x="114273" y="30848"/>
                </a:lnTo>
                <a:cubicBezTo>
                  <a:pt x="117473" y="32688"/>
                  <a:pt x="119446" y="36127"/>
                  <a:pt x="119446" y="39833"/>
                </a:cubicBezTo>
                <a:lnTo>
                  <a:pt x="119446" y="96650"/>
                </a:lnTo>
                <a:cubicBezTo>
                  <a:pt x="119446" y="100329"/>
                  <a:pt x="117473" y="103769"/>
                  <a:pt x="114273" y="105635"/>
                </a:cubicBezTo>
                <a:lnTo>
                  <a:pt x="65029" y="134057"/>
                </a:lnTo>
                <a:cubicBezTo>
                  <a:pt x="63456" y="134963"/>
                  <a:pt x="61669" y="135443"/>
                  <a:pt x="59856" y="135443"/>
                </a:cubicBezTo>
                <a:close/>
                <a:moveTo>
                  <a:pt x="99609" y="79426"/>
                </a:moveTo>
                <a:cubicBezTo>
                  <a:pt x="99609" y="68788"/>
                  <a:pt x="92410" y="65962"/>
                  <a:pt x="77293" y="63962"/>
                </a:cubicBezTo>
                <a:cubicBezTo>
                  <a:pt x="61989" y="61936"/>
                  <a:pt x="60443" y="60896"/>
                  <a:pt x="60443" y="57323"/>
                </a:cubicBezTo>
                <a:cubicBezTo>
                  <a:pt x="60443" y="54364"/>
                  <a:pt x="61749" y="50418"/>
                  <a:pt x="73081" y="50418"/>
                </a:cubicBezTo>
                <a:cubicBezTo>
                  <a:pt x="83185" y="50418"/>
                  <a:pt x="86918" y="52604"/>
                  <a:pt x="88465" y="59430"/>
                </a:cubicBezTo>
                <a:cubicBezTo>
                  <a:pt x="88598" y="60069"/>
                  <a:pt x="89184" y="60549"/>
                  <a:pt x="89851" y="60549"/>
                </a:cubicBezTo>
                <a:lnTo>
                  <a:pt x="96250" y="60549"/>
                </a:lnTo>
                <a:cubicBezTo>
                  <a:pt x="96650" y="60549"/>
                  <a:pt x="97023" y="60389"/>
                  <a:pt x="97290" y="60096"/>
                </a:cubicBezTo>
                <a:cubicBezTo>
                  <a:pt x="97556" y="59803"/>
                  <a:pt x="97690" y="59403"/>
                  <a:pt x="97663" y="59003"/>
                </a:cubicBezTo>
                <a:cubicBezTo>
                  <a:pt x="96676" y="47245"/>
                  <a:pt x="88864" y="41779"/>
                  <a:pt x="73081" y="41779"/>
                </a:cubicBezTo>
                <a:cubicBezTo>
                  <a:pt x="59030" y="41779"/>
                  <a:pt x="50658" y="47698"/>
                  <a:pt x="50658" y="57643"/>
                </a:cubicBezTo>
                <a:cubicBezTo>
                  <a:pt x="50658" y="68415"/>
                  <a:pt x="59003" y="71401"/>
                  <a:pt x="72467" y="72734"/>
                </a:cubicBezTo>
                <a:cubicBezTo>
                  <a:pt x="88598" y="74307"/>
                  <a:pt x="89851" y="76680"/>
                  <a:pt x="89851" y="79853"/>
                </a:cubicBezTo>
                <a:cubicBezTo>
                  <a:pt x="89851" y="85345"/>
                  <a:pt x="85425" y="87691"/>
                  <a:pt x="75054" y="87691"/>
                </a:cubicBezTo>
                <a:cubicBezTo>
                  <a:pt x="62016" y="87691"/>
                  <a:pt x="59163" y="84412"/>
                  <a:pt x="58203" y="77933"/>
                </a:cubicBezTo>
                <a:cubicBezTo>
                  <a:pt x="58097" y="77240"/>
                  <a:pt x="57510" y="76733"/>
                  <a:pt x="56790" y="76733"/>
                </a:cubicBezTo>
                <a:lnTo>
                  <a:pt x="50418" y="76733"/>
                </a:lnTo>
                <a:cubicBezTo>
                  <a:pt x="49618" y="76733"/>
                  <a:pt x="49005" y="77373"/>
                  <a:pt x="49005" y="78146"/>
                </a:cubicBezTo>
                <a:cubicBezTo>
                  <a:pt x="49005" y="86438"/>
                  <a:pt x="53511" y="96330"/>
                  <a:pt x="75080" y="96330"/>
                </a:cubicBezTo>
                <a:cubicBezTo>
                  <a:pt x="90651" y="96303"/>
                  <a:pt x="99609" y="90144"/>
                  <a:pt x="99609" y="7942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711692" y="3992901"/>
            <a:ext cx="53750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Node.js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72801" y="4265920"/>
            <a:ext cx="515323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 v18+ 版本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72801" y="4504812"/>
            <a:ext cx="5093509" cy="307146"/>
          </a:xfrm>
          <a:custGeom>
            <a:avLst/>
            <a:gdLst/>
            <a:ahLst/>
            <a:cxnLst/>
            <a:rect l="l" t="t" r="r" b="b"/>
            <a:pathLst>
              <a:path w="5093509" h="307146">
                <a:moveTo>
                  <a:pt x="34127" y="0"/>
                </a:moveTo>
                <a:lnTo>
                  <a:pt x="5059382" y="0"/>
                </a:lnTo>
                <a:cubicBezTo>
                  <a:pt x="5078230" y="0"/>
                  <a:pt x="5093509" y="15279"/>
                  <a:pt x="5093509" y="34127"/>
                </a:cubicBezTo>
                <a:lnTo>
                  <a:pt x="5093509" y="273019"/>
                </a:lnTo>
                <a:cubicBezTo>
                  <a:pt x="5093509" y="291867"/>
                  <a:pt x="5078230" y="307146"/>
                  <a:pt x="5059382" y="307146"/>
                </a:cubicBezTo>
                <a:lnTo>
                  <a:pt x="34127" y="307146"/>
                </a:lnTo>
                <a:cubicBezTo>
                  <a:pt x="15279" y="307146"/>
                  <a:pt x="0" y="291867"/>
                  <a:pt x="0" y="273019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41055" y="4615726"/>
            <a:ext cx="482716" cy="119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-v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72801" y="4846085"/>
            <a:ext cx="514470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推荐使用nvm进行版本管理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66153" y="5200157"/>
            <a:ext cx="5306805" cy="1476008"/>
          </a:xfrm>
          <a:custGeom>
            <a:avLst/>
            <a:gdLst/>
            <a:ahLst/>
            <a:cxnLst/>
            <a:rect l="l" t="t" r="r" b="b"/>
            <a:pathLst>
              <a:path w="5306805" h="1476008">
                <a:moveTo>
                  <a:pt x="68251" y="0"/>
                </a:moveTo>
                <a:lnTo>
                  <a:pt x="5238554" y="0"/>
                </a:lnTo>
                <a:cubicBezTo>
                  <a:pt x="5276248" y="0"/>
                  <a:pt x="5306805" y="30557"/>
                  <a:pt x="5306805" y="68251"/>
                </a:cubicBezTo>
                <a:lnTo>
                  <a:pt x="5306805" y="1407758"/>
                </a:lnTo>
                <a:cubicBezTo>
                  <a:pt x="5306805" y="1445452"/>
                  <a:pt x="5276248" y="1476008"/>
                  <a:pt x="5238554" y="1476008"/>
                </a:cubicBezTo>
                <a:lnTo>
                  <a:pt x="68251" y="1476008"/>
                </a:lnTo>
                <a:cubicBezTo>
                  <a:pt x="30557" y="1476008"/>
                  <a:pt x="0" y="1445452"/>
                  <a:pt x="0" y="1407758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498396" y="5340932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7259" y="53457"/>
                </a:moveTo>
                <a:cubicBezTo>
                  <a:pt x="115207" y="45219"/>
                  <a:pt x="111314" y="39007"/>
                  <a:pt x="103022" y="39007"/>
                </a:cubicBezTo>
                <a:lnTo>
                  <a:pt x="92331" y="39007"/>
                </a:lnTo>
                <a:lnTo>
                  <a:pt x="92331" y="51644"/>
                </a:lnTo>
                <a:cubicBezTo>
                  <a:pt x="92331" y="61456"/>
                  <a:pt x="84012" y="69721"/>
                  <a:pt x="74520" y="69721"/>
                </a:cubicBezTo>
                <a:lnTo>
                  <a:pt x="46045" y="69721"/>
                </a:lnTo>
                <a:cubicBezTo>
                  <a:pt x="38260" y="69721"/>
                  <a:pt x="31808" y="76387"/>
                  <a:pt x="31808" y="84199"/>
                </a:cubicBezTo>
                <a:lnTo>
                  <a:pt x="31808" y="111341"/>
                </a:lnTo>
                <a:cubicBezTo>
                  <a:pt x="31808" y="119072"/>
                  <a:pt x="38527" y="123605"/>
                  <a:pt x="46045" y="125818"/>
                </a:cubicBezTo>
                <a:cubicBezTo>
                  <a:pt x="55057" y="128458"/>
                  <a:pt x="63722" y="128937"/>
                  <a:pt x="74520" y="125818"/>
                </a:cubicBezTo>
                <a:cubicBezTo>
                  <a:pt x="81692" y="123738"/>
                  <a:pt x="88758" y="119552"/>
                  <a:pt x="88758" y="111341"/>
                </a:cubicBezTo>
                <a:lnTo>
                  <a:pt x="88758" y="100489"/>
                </a:lnTo>
                <a:lnTo>
                  <a:pt x="60309" y="100489"/>
                </a:lnTo>
                <a:lnTo>
                  <a:pt x="60309" y="96863"/>
                </a:lnTo>
                <a:lnTo>
                  <a:pt x="103022" y="96863"/>
                </a:lnTo>
                <a:cubicBezTo>
                  <a:pt x="111314" y="96863"/>
                  <a:pt x="114380" y="91077"/>
                  <a:pt x="117259" y="82412"/>
                </a:cubicBezTo>
                <a:cubicBezTo>
                  <a:pt x="120246" y="73480"/>
                  <a:pt x="120112" y="64895"/>
                  <a:pt x="117259" y="53457"/>
                </a:cubicBezTo>
                <a:close/>
                <a:moveTo>
                  <a:pt x="76307" y="118566"/>
                </a:moveTo>
                <a:cubicBezTo>
                  <a:pt x="74277" y="118708"/>
                  <a:pt x="72338" y="117706"/>
                  <a:pt x="71280" y="115969"/>
                </a:cubicBezTo>
                <a:cubicBezTo>
                  <a:pt x="70223" y="114231"/>
                  <a:pt x="70223" y="112049"/>
                  <a:pt x="71280" y="110311"/>
                </a:cubicBezTo>
                <a:cubicBezTo>
                  <a:pt x="72338" y="108574"/>
                  <a:pt x="74277" y="107572"/>
                  <a:pt x="76307" y="107714"/>
                </a:cubicBezTo>
                <a:cubicBezTo>
                  <a:pt x="78336" y="107572"/>
                  <a:pt x="80275" y="108574"/>
                  <a:pt x="81333" y="110311"/>
                </a:cubicBezTo>
                <a:cubicBezTo>
                  <a:pt x="82391" y="112049"/>
                  <a:pt x="82391" y="114231"/>
                  <a:pt x="81333" y="115969"/>
                </a:cubicBezTo>
                <a:cubicBezTo>
                  <a:pt x="80275" y="117706"/>
                  <a:pt x="78336" y="118708"/>
                  <a:pt x="76307" y="118566"/>
                </a:cubicBezTo>
                <a:close/>
                <a:moveTo>
                  <a:pt x="44739" y="66148"/>
                </a:moveTo>
                <a:lnTo>
                  <a:pt x="73214" y="66148"/>
                </a:lnTo>
                <a:cubicBezTo>
                  <a:pt x="81132" y="66148"/>
                  <a:pt x="87451" y="59616"/>
                  <a:pt x="87451" y="51671"/>
                </a:cubicBezTo>
                <a:lnTo>
                  <a:pt x="87451" y="24502"/>
                </a:lnTo>
                <a:cubicBezTo>
                  <a:pt x="87451" y="16770"/>
                  <a:pt x="80946" y="10985"/>
                  <a:pt x="73214" y="9678"/>
                </a:cubicBezTo>
                <a:cubicBezTo>
                  <a:pt x="63669" y="8105"/>
                  <a:pt x="53297" y="8185"/>
                  <a:pt x="44739" y="9705"/>
                </a:cubicBezTo>
                <a:cubicBezTo>
                  <a:pt x="32688" y="11838"/>
                  <a:pt x="30501" y="16290"/>
                  <a:pt x="30501" y="24529"/>
                </a:cubicBezTo>
                <a:lnTo>
                  <a:pt x="30501" y="35380"/>
                </a:lnTo>
                <a:lnTo>
                  <a:pt x="59003" y="35380"/>
                </a:lnTo>
                <a:lnTo>
                  <a:pt x="59003" y="39007"/>
                </a:lnTo>
                <a:lnTo>
                  <a:pt x="19810" y="39007"/>
                </a:lnTo>
                <a:cubicBezTo>
                  <a:pt x="11518" y="39007"/>
                  <a:pt x="4266" y="43992"/>
                  <a:pt x="2000" y="53457"/>
                </a:cubicBezTo>
                <a:cubicBezTo>
                  <a:pt x="-613" y="64309"/>
                  <a:pt x="-720" y="71081"/>
                  <a:pt x="2000" y="82412"/>
                </a:cubicBezTo>
                <a:cubicBezTo>
                  <a:pt x="4026" y="90837"/>
                  <a:pt x="8852" y="96863"/>
                  <a:pt x="17144" y="96863"/>
                </a:cubicBezTo>
                <a:lnTo>
                  <a:pt x="26929" y="96863"/>
                </a:lnTo>
                <a:lnTo>
                  <a:pt x="26929" y="83852"/>
                </a:lnTo>
                <a:cubicBezTo>
                  <a:pt x="26929" y="74440"/>
                  <a:pt x="35061" y="66148"/>
                  <a:pt x="44739" y="66148"/>
                </a:cubicBezTo>
                <a:close/>
                <a:moveTo>
                  <a:pt x="42979" y="17250"/>
                </a:moveTo>
                <a:cubicBezTo>
                  <a:pt x="45981" y="17250"/>
                  <a:pt x="48418" y="19687"/>
                  <a:pt x="48418" y="22689"/>
                </a:cubicBezTo>
                <a:cubicBezTo>
                  <a:pt x="48418" y="25691"/>
                  <a:pt x="45981" y="28128"/>
                  <a:pt x="42979" y="28128"/>
                </a:cubicBezTo>
                <a:cubicBezTo>
                  <a:pt x="39977" y="28128"/>
                  <a:pt x="37540" y="25691"/>
                  <a:pt x="37540" y="22689"/>
                </a:cubicBezTo>
                <a:cubicBezTo>
                  <a:pt x="37540" y="19687"/>
                  <a:pt x="39977" y="17250"/>
                  <a:pt x="42979" y="1725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711692" y="5306805"/>
            <a:ext cx="82758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&amp; uv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72801" y="5579824"/>
            <a:ext cx="515323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MCP的Python SDK推荐使用uv管理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72801" y="5818715"/>
            <a:ext cx="5093509" cy="750802"/>
          </a:xfrm>
          <a:custGeom>
            <a:avLst/>
            <a:gdLst/>
            <a:ahLst/>
            <a:cxnLst/>
            <a:rect l="l" t="t" r="r" b="b"/>
            <a:pathLst>
              <a:path w="5093509" h="750802">
                <a:moveTo>
                  <a:pt x="34124" y="0"/>
                </a:moveTo>
                <a:lnTo>
                  <a:pt x="5059385" y="0"/>
                </a:lnTo>
                <a:cubicBezTo>
                  <a:pt x="5078231" y="0"/>
                  <a:pt x="5093509" y="15278"/>
                  <a:pt x="5093509" y="34124"/>
                </a:cubicBezTo>
                <a:lnTo>
                  <a:pt x="5093509" y="716678"/>
                </a:lnTo>
                <a:cubicBezTo>
                  <a:pt x="5093509" y="735524"/>
                  <a:pt x="5078231" y="750802"/>
                  <a:pt x="5059385" y="750802"/>
                </a:cubicBezTo>
                <a:lnTo>
                  <a:pt x="34124" y="750802"/>
                </a:lnTo>
                <a:cubicBezTo>
                  <a:pt x="15278" y="750802"/>
                  <a:pt x="0" y="735524"/>
                  <a:pt x="0" y="716678"/>
                </a:cubicBezTo>
                <a:lnTo>
                  <a:pt x="0" y="34124"/>
                </a:lnTo>
                <a:cubicBezTo>
                  <a:pt x="0" y="15278"/>
                  <a:pt x="15278" y="0"/>
                  <a:pt x="3412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541055" y="5869906"/>
            <a:ext cx="500819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macOS/Linux: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541055" y="6040543"/>
            <a:ext cx="500819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curl -LsSf https://astral.sh/uv/install.sh | sh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41055" y="6211180"/>
            <a:ext cx="500819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41055" y="6381817"/>
            <a:ext cx="500819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powershell -c "irm https://astral.sh/uv/install.ps1 | iex"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界面布局与快捷操作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熟悉Trae的AI化界面设计，掌握核心快捷键提升效率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185863"/>
            <a:ext cx="6753225" cy="2828925"/>
          </a:xfrm>
          <a:custGeom>
            <a:avLst/>
            <a:gdLst/>
            <a:ahLst/>
            <a:cxnLst/>
            <a:rect l="l" t="t" r="r" b="b"/>
            <a:pathLst>
              <a:path w="6753225" h="2828925">
                <a:moveTo>
                  <a:pt x="114289" y="0"/>
                </a:moveTo>
                <a:lnTo>
                  <a:pt x="6638936" y="0"/>
                </a:lnTo>
                <a:cubicBezTo>
                  <a:pt x="6702014" y="0"/>
                  <a:pt x="6753225" y="51211"/>
                  <a:pt x="6753225" y="114289"/>
                </a:cubicBezTo>
                <a:lnTo>
                  <a:pt x="6753225" y="2714636"/>
                </a:lnTo>
                <a:cubicBezTo>
                  <a:pt x="6753225" y="2777756"/>
                  <a:pt x="6702056" y="2828925"/>
                  <a:pt x="6638936" y="2828925"/>
                </a:cubicBezTo>
                <a:lnTo>
                  <a:pt x="114289" y="2828925"/>
                </a:lnTo>
                <a:cubicBezTo>
                  <a:pt x="51211" y="2828925"/>
                  <a:pt x="0" y="2777714"/>
                  <a:pt x="0" y="271463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8638" y="1343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32742" y="47625"/>
                </a:moveTo>
                <a:lnTo>
                  <a:pt x="157758" y="47625"/>
                </a:lnTo>
                <a:cubicBezTo>
                  <a:pt x="162706" y="47625"/>
                  <a:pt x="166688" y="51606"/>
                  <a:pt x="166688" y="56555"/>
                </a:cubicBezTo>
                <a:cubicBezTo>
                  <a:pt x="166688" y="61503"/>
                  <a:pt x="162706" y="65484"/>
                  <a:pt x="157758" y="65484"/>
                </a:cubicBezTo>
                <a:lnTo>
                  <a:pt x="32742" y="65484"/>
                </a:lnTo>
                <a:cubicBezTo>
                  <a:pt x="27794" y="65484"/>
                  <a:pt x="23812" y="61503"/>
                  <a:pt x="23812" y="56555"/>
                </a:cubicBezTo>
                <a:cubicBezTo>
                  <a:pt x="23812" y="51606"/>
                  <a:pt x="27794" y="47625"/>
                  <a:pt x="32742" y="476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7250" y="13049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界面组件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587" y="1652588"/>
            <a:ext cx="3209925" cy="1076325"/>
          </a:xfrm>
          <a:custGeom>
            <a:avLst/>
            <a:gdLst/>
            <a:ahLst/>
            <a:cxnLst/>
            <a:rect l="l" t="t" r="r" b="b"/>
            <a:pathLst>
              <a:path w="3209925" h="1076325">
                <a:moveTo>
                  <a:pt x="76204" y="0"/>
                </a:moveTo>
                <a:lnTo>
                  <a:pt x="3133721" y="0"/>
                </a:lnTo>
                <a:cubicBezTo>
                  <a:pt x="3175807" y="0"/>
                  <a:pt x="3209925" y="34118"/>
                  <a:pt x="3209925" y="76204"/>
                </a:cubicBezTo>
                <a:lnTo>
                  <a:pt x="3209925" y="1000121"/>
                </a:lnTo>
                <a:cubicBezTo>
                  <a:pt x="3209925" y="1042207"/>
                  <a:pt x="3175807" y="1076325"/>
                  <a:pt x="3133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00075" y="1771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7250" y="17335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右侧AI侧边栏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200025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核心交互区域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228850"/>
            <a:ext cx="400050" cy="190500"/>
          </a:xfrm>
          <a:custGeom>
            <a:avLst/>
            <a:gdLst/>
            <a:ahLst/>
            <a:cxnLst/>
            <a:rect l="l" t="t" r="r" b="b"/>
            <a:pathLst>
              <a:path w="400050" h="190500">
                <a:moveTo>
                  <a:pt x="38100" y="0"/>
                </a:moveTo>
                <a:lnTo>
                  <a:pt x="361950" y="0"/>
                </a:lnTo>
                <a:cubicBezTo>
                  <a:pt x="382978" y="0"/>
                  <a:pt x="400050" y="17072"/>
                  <a:pt x="400050" y="38100"/>
                </a:cubicBezTo>
                <a:lnTo>
                  <a:pt x="400050" y="152400"/>
                </a:lnTo>
                <a:cubicBezTo>
                  <a:pt x="400050" y="173428"/>
                  <a:pt x="382978" y="190500"/>
                  <a:pt x="3619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0550" y="2228850"/>
            <a:ext cx="4572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5981" y="22288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快速问答、代码解释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2457450"/>
            <a:ext cx="523875" cy="190500"/>
          </a:xfrm>
          <a:custGeom>
            <a:avLst/>
            <a:gdLst/>
            <a:ahLst/>
            <a:cxnLst/>
            <a:rect l="l" t="t" r="r" b="b"/>
            <a:pathLst>
              <a:path w="523875" h="190500">
                <a:moveTo>
                  <a:pt x="38100" y="0"/>
                </a:moveTo>
                <a:lnTo>
                  <a:pt x="485775" y="0"/>
                </a:lnTo>
                <a:cubicBezTo>
                  <a:pt x="506803" y="0"/>
                  <a:pt x="523875" y="17072"/>
                  <a:pt x="523875" y="38100"/>
                </a:cubicBezTo>
                <a:lnTo>
                  <a:pt x="523875" y="152400"/>
                </a:lnTo>
                <a:cubicBezTo>
                  <a:pt x="523875" y="173428"/>
                  <a:pt x="506803" y="190500"/>
                  <a:pt x="4857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0550" y="2457450"/>
            <a:ext cx="5810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0923" y="245745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复杂任务开发、SOLO模式入口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07098" y="1652588"/>
            <a:ext cx="3209925" cy="1076325"/>
          </a:xfrm>
          <a:custGeom>
            <a:avLst/>
            <a:gdLst/>
            <a:ahLst/>
            <a:cxnLst/>
            <a:rect l="l" t="t" r="r" b="b"/>
            <a:pathLst>
              <a:path w="3209925" h="1076325">
                <a:moveTo>
                  <a:pt x="76204" y="0"/>
                </a:moveTo>
                <a:lnTo>
                  <a:pt x="3133721" y="0"/>
                </a:lnTo>
                <a:cubicBezTo>
                  <a:pt x="3175807" y="0"/>
                  <a:pt x="3209925" y="34118"/>
                  <a:pt x="3209925" y="76204"/>
                </a:cubicBezTo>
                <a:lnTo>
                  <a:pt x="3209925" y="1000121"/>
                </a:lnTo>
                <a:cubicBezTo>
                  <a:pt x="3209925" y="1042207"/>
                  <a:pt x="3175807" y="1076325"/>
                  <a:pt x="3133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907110" y="1771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798" y="35302"/>
                </a:moveTo>
                <a:cubicBezTo>
                  <a:pt x="-923" y="31581"/>
                  <a:pt x="-923" y="25539"/>
                  <a:pt x="2798" y="21818"/>
                </a:cubicBezTo>
                <a:cubicBezTo>
                  <a:pt x="6519" y="18098"/>
                  <a:pt x="12561" y="18098"/>
                  <a:pt x="16282" y="21818"/>
                </a:cubicBezTo>
                <a:lnTo>
                  <a:pt x="63907" y="69443"/>
                </a:lnTo>
                <a:cubicBezTo>
                  <a:pt x="67628" y="73164"/>
                  <a:pt x="67628" y="79206"/>
                  <a:pt x="63907" y="82927"/>
                </a:cubicBezTo>
                <a:lnTo>
                  <a:pt x="16282" y="130552"/>
                </a:lnTo>
                <a:cubicBezTo>
                  <a:pt x="12561" y="134273"/>
                  <a:pt x="6519" y="134273"/>
                  <a:pt x="2798" y="130552"/>
                </a:cubicBezTo>
                <a:cubicBezTo>
                  <a:pt x="-923" y="126831"/>
                  <a:pt x="-923" y="120789"/>
                  <a:pt x="2798" y="117068"/>
                </a:cubicBezTo>
                <a:lnTo>
                  <a:pt x="43666" y="76200"/>
                </a:lnTo>
                <a:lnTo>
                  <a:pt x="2798" y="35302"/>
                </a:ln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154760" y="17335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底部终端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88060" y="200025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集成AI命令生成与执行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15445" y="22574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088085" y="222885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AI自动生成命令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15445" y="24860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088085" y="245745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一键执行与调试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9587" y="2814638"/>
            <a:ext cx="3209925" cy="1076325"/>
          </a:xfrm>
          <a:custGeom>
            <a:avLst/>
            <a:gdLst/>
            <a:ahLst/>
            <a:cxnLst/>
            <a:rect l="l" t="t" r="r" b="b"/>
            <a:pathLst>
              <a:path w="3209925" h="1076325">
                <a:moveTo>
                  <a:pt x="76204" y="0"/>
                </a:moveTo>
                <a:lnTo>
                  <a:pt x="3133721" y="0"/>
                </a:lnTo>
                <a:cubicBezTo>
                  <a:pt x="3175807" y="0"/>
                  <a:pt x="3209925" y="34118"/>
                  <a:pt x="3209925" y="76204"/>
                </a:cubicBezTo>
                <a:lnTo>
                  <a:pt x="3209925" y="1000121"/>
                </a:lnTo>
                <a:cubicBezTo>
                  <a:pt x="3209925" y="1042207"/>
                  <a:pt x="3175807" y="1076325"/>
                  <a:pt x="3133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0075" y="2933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669" y="67151"/>
                </a:moveTo>
                <a:lnTo>
                  <a:pt x="9644" y="88166"/>
                </a:lnTo>
                <a:lnTo>
                  <a:pt x="9644" y="28575"/>
                </a:lnTo>
                <a:cubicBezTo>
                  <a:pt x="9644" y="18068"/>
                  <a:pt x="18187" y="9525"/>
                  <a:pt x="28694" y="9525"/>
                </a:cubicBezTo>
                <a:lnTo>
                  <a:pt x="69979" y="9525"/>
                </a:lnTo>
                <a:cubicBezTo>
                  <a:pt x="74087" y="9525"/>
                  <a:pt x="78105" y="10864"/>
                  <a:pt x="81409" y="13335"/>
                </a:cubicBezTo>
                <a:lnTo>
                  <a:pt x="92839" y="21908"/>
                </a:lnTo>
                <a:cubicBezTo>
                  <a:pt x="94476" y="23158"/>
                  <a:pt x="96500" y="23813"/>
                  <a:pt x="98554" y="23813"/>
                </a:cubicBezTo>
                <a:lnTo>
                  <a:pt x="133469" y="23813"/>
                </a:lnTo>
                <a:cubicBezTo>
                  <a:pt x="143976" y="23813"/>
                  <a:pt x="152519" y="32355"/>
                  <a:pt x="152519" y="42863"/>
                </a:cubicBezTo>
                <a:lnTo>
                  <a:pt x="152519" y="47625"/>
                </a:lnTo>
                <a:lnTo>
                  <a:pt x="43755" y="47625"/>
                </a:lnTo>
                <a:cubicBezTo>
                  <a:pt x="31462" y="47625"/>
                  <a:pt x="20538" y="55483"/>
                  <a:pt x="16639" y="67151"/>
                </a:cubicBezTo>
                <a:close/>
                <a:moveTo>
                  <a:pt x="142220" y="133350"/>
                </a:moveTo>
                <a:lnTo>
                  <a:pt x="29468" y="133350"/>
                </a:lnTo>
                <a:cubicBezTo>
                  <a:pt x="19705" y="133350"/>
                  <a:pt x="12829" y="123795"/>
                  <a:pt x="15925" y="114538"/>
                </a:cubicBezTo>
                <a:lnTo>
                  <a:pt x="30212" y="71676"/>
                </a:lnTo>
                <a:cubicBezTo>
                  <a:pt x="32147" y="65842"/>
                  <a:pt x="37624" y="61912"/>
                  <a:pt x="43755" y="61912"/>
                </a:cubicBezTo>
                <a:lnTo>
                  <a:pt x="156508" y="61912"/>
                </a:lnTo>
                <a:cubicBezTo>
                  <a:pt x="166271" y="61912"/>
                  <a:pt x="173147" y="71467"/>
                  <a:pt x="170051" y="80724"/>
                </a:cubicBezTo>
                <a:lnTo>
                  <a:pt x="155764" y="123587"/>
                </a:lnTo>
                <a:cubicBezTo>
                  <a:pt x="153829" y="129421"/>
                  <a:pt x="148352" y="133350"/>
                  <a:pt x="142220" y="13335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7250" y="28956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左侧资源管理器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0550" y="316230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新增Changes视图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934" y="3419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90575" y="33909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审查AI代码变更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934" y="3648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90575" y="36195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版本对比与回滚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07098" y="2814638"/>
            <a:ext cx="3209925" cy="1076325"/>
          </a:xfrm>
          <a:custGeom>
            <a:avLst/>
            <a:gdLst/>
            <a:ahLst/>
            <a:cxnLst/>
            <a:rect l="l" t="t" r="r" b="b"/>
            <a:pathLst>
              <a:path w="3209925" h="1076325">
                <a:moveTo>
                  <a:pt x="76204" y="0"/>
                </a:moveTo>
                <a:lnTo>
                  <a:pt x="3133721" y="0"/>
                </a:lnTo>
                <a:cubicBezTo>
                  <a:pt x="3175807" y="0"/>
                  <a:pt x="3209925" y="34118"/>
                  <a:pt x="3209925" y="76204"/>
                </a:cubicBezTo>
                <a:lnTo>
                  <a:pt x="3209925" y="1000121"/>
                </a:lnTo>
                <a:cubicBezTo>
                  <a:pt x="3209925" y="1042207"/>
                  <a:pt x="3175807" y="1076325"/>
                  <a:pt x="3133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926160" y="2933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154760" y="28956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Markdown预览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88060" y="316230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3.3+版本支持实时预览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15445" y="3419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088085" y="33909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Editor/Preview/Split模式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15445" y="3648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088085" y="36195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双击直接编辑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4100513"/>
            <a:ext cx="6753225" cy="1628775"/>
          </a:xfrm>
          <a:custGeom>
            <a:avLst/>
            <a:gdLst/>
            <a:ahLst/>
            <a:cxnLst/>
            <a:rect l="l" t="t" r="r" b="b"/>
            <a:pathLst>
              <a:path w="6753225" h="1628775">
                <a:moveTo>
                  <a:pt x="114307" y="0"/>
                </a:moveTo>
                <a:lnTo>
                  <a:pt x="6638918" y="0"/>
                </a:lnTo>
                <a:cubicBezTo>
                  <a:pt x="6702048" y="0"/>
                  <a:pt x="6753225" y="51177"/>
                  <a:pt x="6753225" y="114307"/>
                </a:cubicBezTo>
                <a:lnTo>
                  <a:pt x="6753225" y="1514468"/>
                </a:lnTo>
                <a:cubicBezTo>
                  <a:pt x="6753225" y="1577598"/>
                  <a:pt x="6702048" y="1628775"/>
                  <a:pt x="663891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16731" y="42576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7250" y="42195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常用快捷键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9587" y="4567238"/>
            <a:ext cx="3190875" cy="314325"/>
          </a:xfrm>
          <a:custGeom>
            <a:avLst/>
            <a:gdLst/>
            <a:ahLst/>
            <a:cxnLst/>
            <a:rect l="l" t="t" r="r" b="b"/>
            <a:pathLst>
              <a:path w="3190875" h="314325">
                <a:moveTo>
                  <a:pt x="38099" y="0"/>
                </a:moveTo>
                <a:lnTo>
                  <a:pt x="3152776" y="0"/>
                </a:lnTo>
                <a:cubicBezTo>
                  <a:pt x="3173817" y="0"/>
                  <a:pt x="3190875" y="17058"/>
                  <a:pt x="3190875" y="38099"/>
                </a:cubicBezTo>
                <a:lnTo>
                  <a:pt x="3190875" y="276226"/>
                </a:lnTo>
                <a:cubicBezTo>
                  <a:pt x="3190875" y="297267"/>
                  <a:pt x="3173817" y="314325"/>
                  <a:pt x="31527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90550" y="461010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唤起AI Chat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483346" y="461010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2483346" y="461010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Cmd+L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056037" y="46101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3056037" y="46101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Ctrl+L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26148" y="4567238"/>
            <a:ext cx="3190875" cy="314325"/>
          </a:xfrm>
          <a:custGeom>
            <a:avLst/>
            <a:gdLst/>
            <a:ahLst/>
            <a:cxnLst/>
            <a:rect l="l" t="t" r="r" b="b"/>
            <a:pathLst>
              <a:path w="3190875" h="314325">
                <a:moveTo>
                  <a:pt x="38099" y="0"/>
                </a:moveTo>
                <a:lnTo>
                  <a:pt x="3152776" y="0"/>
                </a:lnTo>
                <a:cubicBezTo>
                  <a:pt x="3173817" y="0"/>
                  <a:pt x="3190875" y="17058"/>
                  <a:pt x="3190875" y="38099"/>
                </a:cubicBezTo>
                <a:lnTo>
                  <a:pt x="3190875" y="276226"/>
                </a:lnTo>
                <a:cubicBezTo>
                  <a:pt x="3190875" y="297267"/>
                  <a:pt x="3173817" y="314325"/>
                  <a:pt x="31527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907110" y="46101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唤起Builder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974208" y="4610100"/>
            <a:ext cx="904875" cy="228600"/>
          </a:xfrm>
          <a:custGeom>
            <a:avLst/>
            <a:gdLst/>
            <a:ahLst/>
            <a:cxnLst/>
            <a:rect l="l" t="t" r="r" b="b"/>
            <a:pathLst>
              <a:path w="904875" h="228600">
                <a:moveTo>
                  <a:pt x="38101" y="0"/>
                </a:moveTo>
                <a:lnTo>
                  <a:pt x="866774" y="0"/>
                </a:lnTo>
                <a:cubicBezTo>
                  <a:pt x="887817" y="0"/>
                  <a:pt x="904875" y="17058"/>
                  <a:pt x="904875" y="38101"/>
                </a:cubicBezTo>
                <a:lnTo>
                  <a:pt x="904875" y="190499"/>
                </a:lnTo>
                <a:cubicBezTo>
                  <a:pt x="904875" y="211542"/>
                  <a:pt x="887817" y="228600"/>
                  <a:pt x="866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974208" y="4610100"/>
            <a:ext cx="9620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Cmd+Shift+L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959822" y="4610100"/>
            <a:ext cx="981075" cy="228600"/>
          </a:xfrm>
          <a:custGeom>
            <a:avLst/>
            <a:gdLst/>
            <a:ahLst/>
            <a:cxnLst/>
            <a:rect l="l" t="t" r="r" b="b"/>
            <a:pathLst>
              <a:path w="981075" h="228600">
                <a:moveTo>
                  <a:pt x="38101" y="0"/>
                </a:moveTo>
                <a:lnTo>
                  <a:pt x="942974" y="0"/>
                </a:lnTo>
                <a:cubicBezTo>
                  <a:pt x="964017" y="0"/>
                  <a:pt x="981075" y="17058"/>
                  <a:pt x="981075" y="38101"/>
                </a:cubicBezTo>
                <a:lnTo>
                  <a:pt x="981075" y="190499"/>
                </a:lnTo>
                <a:cubicBezTo>
                  <a:pt x="981075" y="211542"/>
                  <a:pt x="964017" y="228600"/>
                  <a:pt x="942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959822" y="4610100"/>
            <a:ext cx="1038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Ctrl+Shift+L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09587" y="4929188"/>
            <a:ext cx="3190875" cy="314325"/>
          </a:xfrm>
          <a:custGeom>
            <a:avLst/>
            <a:gdLst/>
            <a:ahLst/>
            <a:cxnLst/>
            <a:rect l="l" t="t" r="r" b="b"/>
            <a:pathLst>
              <a:path w="3190875" h="314325">
                <a:moveTo>
                  <a:pt x="38099" y="0"/>
                </a:moveTo>
                <a:lnTo>
                  <a:pt x="3152776" y="0"/>
                </a:lnTo>
                <a:cubicBezTo>
                  <a:pt x="3173817" y="0"/>
                  <a:pt x="3190875" y="17058"/>
                  <a:pt x="3190875" y="38099"/>
                </a:cubicBezTo>
                <a:lnTo>
                  <a:pt x="3190875" y="276226"/>
                </a:lnTo>
                <a:cubicBezTo>
                  <a:pt x="3190875" y="297267"/>
                  <a:pt x="3173817" y="314325"/>
                  <a:pt x="31527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90550" y="49720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快速指令CUE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483346" y="497205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2483346" y="497205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Cmd+I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056037" y="497205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3056037" y="497205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Ctrl+I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826148" y="4929188"/>
            <a:ext cx="3190875" cy="314325"/>
          </a:xfrm>
          <a:custGeom>
            <a:avLst/>
            <a:gdLst/>
            <a:ahLst/>
            <a:cxnLst/>
            <a:rect l="l" t="t" r="r" b="b"/>
            <a:pathLst>
              <a:path w="3190875" h="314325">
                <a:moveTo>
                  <a:pt x="38099" y="0"/>
                </a:moveTo>
                <a:lnTo>
                  <a:pt x="3152776" y="0"/>
                </a:lnTo>
                <a:cubicBezTo>
                  <a:pt x="3173817" y="0"/>
                  <a:pt x="3190875" y="17058"/>
                  <a:pt x="3190875" y="38099"/>
                </a:cubicBezTo>
                <a:lnTo>
                  <a:pt x="3190875" y="276226"/>
                </a:lnTo>
                <a:cubicBezTo>
                  <a:pt x="3190875" y="297267"/>
                  <a:pt x="3173817" y="314325"/>
                  <a:pt x="31527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3907110" y="49720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接受建议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579096" y="4972050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579096" y="4972050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09587" y="5291138"/>
            <a:ext cx="3190875" cy="314325"/>
          </a:xfrm>
          <a:custGeom>
            <a:avLst/>
            <a:gdLst/>
            <a:ahLst/>
            <a:cxnLst/>
            <a:rect l="l" t="t" r="r" b="b"/>
            <a:pathLst>
              <a:path w="3190875" h="314325">
                <a:moveTo>
                  <a:pt x="38099" y="0"/>
                </a:moveTo>
                <a:lnTo>
                  <a:pt x="3152776" y="0"/>
                </a:lnTo>
                <a:cubicBezTo>
                  <a:pt x="3173817" y="0"/>
                  <a:pt x="3190875" y="17058"/>
                  <a:pt x="3190875" y="38099"/>
                </a:cubicBezTo>
                <a:lnTo>
                  <a:pt x="3190875" y="276226"/>
                </a:lnTo>
                <a:cubicBezTo>
                  <a:pt x="3190875" y="297267"/>
                  <a:pt x="3173817" y="314325"/>
                  <a:pt x="3152776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590550" y="5334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部分接受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483346" y="533400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2483346" y="533400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Cmd+→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056037" y="53340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3056037" y="53340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Ctrl+→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304708" y="1185863"/>
            <a:ext cx="4505325" cy="3933825"/>
          </a:xfrm>
          <a:custGeom>
            <a:avLst/>
            <a:gdLst/>
            <a:ahLst/>
            <a:cxnLst/>
            <a:rect l="l" t="t" r="r" b="b"/>
            <a:pathLst>
              <a:path w="4505325" h="3933825">
                <a:moveTo>
                  <a:pt x="114317" y="0"/>
                </a:moveTo>
                <a:lnTo>
                  <a:pt x="4391008" y="0"/>
                </a:lnTo>
                <a:cubicBezTo>
                  <a:pt x="4454144" y="0"/>
                  <a:pt x="4505325" y="51181"/>
                  <a:pt x="4505325" y="114317"/>
                </a:cubicBezTo>
                <a:lnTo>
                  <a:pt x="4505325" y="3819508"/>
                </a:lnTo>
                <a:cubicBezTo>
                  <a:pt x="4505325" y="3882644"/>
                  <a:pt x="4454144" y="3933825"/>
                  <a:pt x="4391008" y="3933825"/>
                </a:cubicBezTo>
                <a:lnTo>
                  <a:pt x="114317" y="3933825"/>
                </a:lnTo>
                <a:cubicBezTo>
                  <a:pt x="51181" y="3933825"/>
                  <a:pt x="0" y="3882644"/>
                  <a:pt x="0" y="38195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4" name="Image 0" descr="https://kimi-web-img.moonshot.cn/img/www.compact.nl/c2c5bad42562ae3ab86f767313ac646c92f53a0b.png"/>
          <p:cNvPicPr>
            <a:picLocks noChangeAspect="1"/>
          </p:cNvPicPr>
          <p:nvPr/>
        </p:nvPicPr>
        <p:blipFill>
          <a:blip r:embed="rId3">
            <a:alphaModFix amt="60000"/>
          </a:blip>
          <a:srcRect l="20315" r="20315"/>
          <a:stretch/>
        </p:blipFill>
        <p:spPr>
          <a:xfrm>
            <a:off x="7309470" y="1190625"/>
            <a:ext cx="4495800" cy="3924300"/>
          </a:xfrm>
          <a:prstGeom prst="roundRect">
            <a:avLst>
              <a:gd name="adj" fmla="val 2913"/>
            </a:avLst>
          </a:prstGeom>
        </p:spPr>
      </p:pic>
      <p:sp>
        <p:nvSpPr>
          <p:cNvPr id="75" name="Shape 72"/>
          <p:cNvSpPr/>
          <p:nvPr/>
        </p:nvSpPr>
        <p:spPr>
          <a:xfrm>
            <a:off x="7309470" y="1190625"/>
            <a:ext cx="4495800" cy="3924300"/>
          </a:xfrm>
          <a:custGeom>
            <a:avLst/>
            <a:gdLst/>
            <a:ahLst/>
            <a:cxnLst/>
            <a:rect l="l" t="t" r="r" b="b"/>
            <a:pathLst>
              <a:path w="4495800" h="3924300">
                <a:moveTo>
                  <a:pt x="0" y="0"/>
                </a:moveTo>
                <a:lnTo>
                  <a:pt x="4495800" y="0"/>
                </a:lnTo>
                <a:lnTo>
                  <a:pt x="4495800" y="3924300"/>
                </a:lnTo>
                <a:lnTo>
                  <a:pt x="0" y="39243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3"/>
          <p:cNvSpPr/>
          <p:nvPr/>
        </p:nvSpPr>
        <p:spPr>
          <a:xfrm>
            <a:off x="7461870" y="4467225"/>
            <a:ext cx="427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现代化开发环境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7461870" y="4772025"/>
            <a:ext cx="425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AI深度融合的IDE界面设计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7304708" y="5205413"/>
            <a:ext cx="4505325" cy="1266825"/>
          </a:xfrm>
          <a:custGeom>
            <a:avLst/>
            <a:gdLst/>
            <a:ahLst/>
            <a:cxnLst/>
            <a:rect l="l" t="t" r="r" b="b"/>
            <a:pathLst>
              <a:path w="4505325" h="12668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152519"/>
                </a:lnTo>
                <a:cubicBezTo>
                  <a:pt x="4505325" y="1215649"/>
                  <a:pt x="4454149" y="1266825"/>
                  <a:pt x="43910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6"/>
          <p:cNvSpPr/>
          <p:nvPr/>
        </p:nvSpPr>
        <p:spPr>
          <a:xfrm>
            <a:off x="7469014" y="5372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7"/>
          <p:cNvSpPr/>
          <p:nvPr/>
        </p:nvSpPr>
        <p:spPr>
          <a:xfrm>
            <a:off x="7752383" y="53244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使用技巧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7434486" y="56959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79"/>
          <p:cNvSpPr/>
          <p:nvPr/>
        </p:nvSpPr>
        <p:spPr>
          <a:xfrm>
            <a:off x="7652370" y="5667375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Cmd+L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是最常用快捷键，建议熟练掌握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7434486" y="59436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1"/>
          <p:cNvSpPr/>
          <p:nvPr/>
        </p:nvSpPr>
        <p:spPr>
          <a:xfrm>
            <a:off x="7652370" y="5915025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</a:t>
            </a: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Changes视图</a:t>
            </a: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审查AI生成的所有变更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7434486" y="6191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3"/>
          <p:cNvSpPr/>
          <p:nvPr/>
        </p:nvSpPr>
        <p:spPr>
          <a:xfrm>
            <a:off x="7652370" y="6162675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Builder模式适合复杂任务，Chat适合快速问答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736" y="362710"/>
            <a:ext cx="65947" cy="263789"/>
          </a:xfrm>
          <a:custGeom>
            <a:avLst/>
            <a:gdLst/>
            <a:ahLst/>
            <a:cxnLst/>
            <a:rect l="l" t="t" r="r" b="b"/>
            <a:pathLst>
              <a:path w="65947" h="263789">
                <a:moveTo>
                  <a:pt x="32974" y="0"/>
                </a:moveTo>
                <a:lnTo>
                  <a:pt x="32974" y="0"/>
                </a:lnTo>
                <a:cubicBezTo>
                  <a:pt x="51172" y="0"/>
                  <a:pt x="65947" y="14775"/>
                  <a:pt x="65947" y="32974"/>
                </a:cubicBezTo>
                <a:lnTo>
                  <a:pt x="65947" y="230815"/>
                </a:lnTo>
                <a:cubicBezTo>
                  <a:pt x="65947" y="249014"/>
                  <a:pt x="51172" y="263789"/>
                  <a:pt x="32974" y="263789"/>
                </a:cubicBezTo>
                <a:lnTo>
                  <a:pt x="32974" y="263789"/>
                </a:lnTo>
                <a:cubicBezTo>
                  <a:pt x="14775" y="263789"/>
                  <a:pt x="0" y="249014"/>
                  <a:pt x="0" y="230815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4604" y="329736"/>
            <a:ext cx="3709533" cy="32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动手实践：构建番茄钟应用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4604" y="758394"/>
            <a:ext cx="1144185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通过SOLO模式从零构建Web应用，体验AI-Native开发魅力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858" y="1158199"/>
            <a:ext cx="6809055" cy="1393136"/>
          </a:xfrm>
          <a:custGeom>
            <a:avLst/>
            <a:gdLst/>
            <a:ahLst/>
            <a:cxnLst/>
            <a:rect l="l" t="t" r="r" b="b"/>
            <a:pathLst>
              <a:path w="6809055" h="1393136">
                <a:moveTo>
                  <a:pt x="98927" y="0"/>
                </a:moveTo>
                <a:lnTo>
                  <a:pt x="6710128" y="0"/>
                </a:lnTo>
                <a:cubicBezTo>
                  <a:pt x="6764764" y="0"/>
                  <a:pt x="6809055" y="44291"/>
                  <a:pt x="6809055" y="98927"/>
                </a:cubicBezTo>
                <a:lnTo>
                  <a:pt x="6809055" y="1294209"/>
                </a:lnTo>
                <a:cubicBezTo>
                  <a:pt x="6809055" y="1348845"/>
                  <a:pt x="6764764" y="1393136"/>
                  <a:pt x="6710128" y="1393136"/>
                </a:cubicBezTo>
                <a:lnTo>
                  <a:pt x="98927" y="1393136"/>
                </a:lnTo>
                <a:cubicBezTo>
                  <a:pt x="44291" y="1393136"/>
                  <a:pt x="0" y="1348845"/>
                  <a:pt x="0" y="1294209"/>
                </a:cubicBezTo>
                <a:lnTo>
                  <a:pt x="0" y="98927"/>
                </a:lnTo>
                <a:cubicBezTo>
                  <a:pt x="0" y="44328"/>
                  <a:pt x="44328" y="0"/>
                  <a:pt x="9892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3456" y="1360162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41217" y="103043"/>
                </a:moveTo>
                <a:lnTo>
                  <a:pt x="7889" y="103043"/>
                </a:lnTo>
                <a:cubicBezTo>
                  <a:pt x="-129" y="103043"/>
                  <a:pt x="-5056" y="94316"/>
                  <a:pt x="-934" y="87425"/>
                </a:cubicBezTo>
                <a:lnTo>
                  <a:pt x="16100" y="59024"/>
                </a:lnTo>
                <a:cubicBezTo>
                  <a:pt x="18902" y="54355"/>
                  <a:pt x="23925" y="51521"/>
                  <a:pt x="29367" y="51521"/>
                </a:cubicBezTo>
                <a:lnTo>
                  <a:pt x="59958" y="51521"/>
                </a:lnTo>
                <a:cubicBezTo>
                  <a:pt x="84463" y="10014"/>
                  <a:pt x="121011" y="7921"/>
                  <a:pt x="145451" y="11496"/>
                </a:cubicBezTo>
                <a:cubicBezTo>
                  <a:pt x="149573" y="12108"/>
                  <a:pt x="152793" y="15328"/>
                  <a:pt x="153372" y="19417"/>
                </a:cubicBezTo>
                <a:cubicBezTo>
                  <a:pt x="156947" y="43858"/>
                  <a:pt x="154854" y="80405"/>
                  <a:pt x="113347" y="104910"/>
                </a:cubicBezTo>
                <a:lnTo>
                  <a:pt x="113347" y="135501"/>
                </a:lnTo>
                <a:cubicBezTo>
                  <a:pt x="113347" y="140943"/>
                  <a:pt x="110513" y="145966"/>
                  <a:pt x="105844" y="148768"/>
                </a:cubicBezTo>
                <a:lnTo>
                  <a:pt x="77443" y="165802"/>
                </a:lnTo>
                <a:cubicBezTo>
                  <a:pt x="70584" y="169924"/>
                  <a:pt x="61826" y="164965"/>
                  <a:pt x="61826" y="156979"/>
                </a:cubicBezTo>
                <a:lnTo>
                  <a:pt x="61826" y="123651"/>
                </a:lnTo>
                <a:cubicBezTo>
                  <a:pt x="61826" y="112284"/>
                  <a:pt x="52584" y="103043"/>
                  <a:pt x="41217" y="103043"/>
                </a:cubicBezTo>
                <a:lnTo>
                  <a:pt x="41185" y="103043"/>
                </a:lnTo>
                <a:close/>
                <a:moveTo>
                  <a:pt x="128803" y="51521"/>
                </a:moveTo>
                <a:cubicBezTo>
                  <a:pt x="128803" y="42991"/>
                  <a:pt x="121877" y="36065"/>
                  <a:pt x="113347" y="36065"/>
                </a:cubicBezTo>
                <a:cubicBezTo>
                  <a:pt x="104816" y="36065"/>
                  <a:pt x="97890" y="42991"/>
                  <a:pt x="97890" y="51521"/>
                </a:cubicBezTo>
                <a:cubicBezTo>
                  <a:pt x="97890" y="60052"/>
                  <a:pt x="104816" y="66978"/>
                  <a:pt x="113347" y="66978"/>
                </a:cubicBezTo>
                <a:cubicBezTo>
                  <a:pt x="121877" y="66978"/>
                  <a:pt x="128803" y="60052"/>
                  <a:pt x="128803" y="5152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7854" y="1327189"/>
            <a:ext cx="74190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项目需求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9335" y="1714629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3055" y="1689899"/>
            <a:ext cx="145908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使用HTML/CSS/JavaScript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6265" y="1714629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999985" y="1689899"/>
            <a:ext cx="75015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界面美观现代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335" y="1978418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13055" y="1953688"/>
            <a:ext cx="980966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大大的倒计时显示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6265" y="1978418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999985" y="1953688"/>
            <a:ext cx="1211781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开始、暂停、重置功能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9335" y="2242207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3055" y="2217477"/>
            <a:ext cx="88204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默认时间25分钟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858" y="2691473"/>
            <a:ext cx="3338580" cy="1294215"/>
          </a:xfrm>
          <a:custGeom>
            <a:avLst/>
            <a:gdLst/>
            <a:ahLst/>
            <a:cxnLst/>
            <a:rect l="l" t="t" r="r" b="b"/>
            <a:pathLst>
              <a:path w="3338580" h="1294215">
                <a:moveTo>
                  <a:pt x="98917" y="0"/>
                </a:moveTo>
                <a:lnTo>
                  <a:pt x="3239663" y="0"/>
                </a:lnTo>
                <a:cubicBezTo>
                  <a:pt x="3294294" y="0"/>
                  <a:pt x="3338580" y="44287"/>
                  <a:pt x="3338580" y="98917"/>
                </a:cubicBezTo>
                <a:lnTo>
                  <a:pt x="3338580" y="1195298"/>
                </a:lnTo>
                <a:cubicBezTo>
                  <a:pt x="3338580" y="1249928"/>
                  <a:pt x="3294294" y="1294215"/>
                  <a:pt x="3239663" y="1294215"/>
                </a:cubicBezTo>
                <a:lnTo>
                  <a:pt x="98917" y="1294215"/>
                </a:lnTo>
                <a:cubicBezTo>
                  <a:pt x="44287" y="1294215"/>
                  <a:pt x="0" y="1249928"/>
                  <a:pt x="0" y="1195298"/>
                </a:cubicBezTo>
                <a:lnTo>
                  <a:pt x="0" y="98917"/>
                </a:lnTo>
                <a:cubicBezTo>
                  <a:pt x="0" y="44287"/>
                  <a:pt x="44287" y="0"/>
                  <a:pt x="9891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69874" y="2827489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5053" y="2876949"/>
            <a:ext cx="13189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8531" y="2876949"/>
            <a:ext cx="667716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准备工作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9874" y="3256146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打开Trae IDE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874" y="3470475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File → New Window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9874" y="3684803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创建pomodoro-timer文件夹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386" y="2691473"/>
            <a:ext cx="3338580" cy="1294215"/>
          </a:xfrm>
          <a:custGeom>
            <a:avLst/>
            <a:gdLst/>
            <a:ahLst/>
            <a:cxnLst/>
            <a:rect l="l" t="t" r="r" b="b"/>
            <a:pathLst>
              <a:path w="3338580" h="1294215">
                <a:moveTo>
                  <a:pt x="98917" y="0"/>
                </a:moveTo>
                <a:lnTo>
                  <a:pt x="3239663" y="0"/>
                </a:lnTo>
                <a:cubicBezTo>
                  <a:pt x="3294294" y="0"/>
                  <a:pt x="3338580" y="44287"/>
                  <a:pt x="3338580" y="98917"/>
                </a:cubicBezTo>
                <a:lnTo>
                  <a:pt x="3338580" y="1195298"/>
                </a:lnTo>
                <a:cubicBezTo>
                  <a:pt x="3338580" y="1249928"/>
                  <a:pt x="3294294" y="1294215"/>
                  <a:pt x="3239663" y="1294215"/>
                </a:cubicBezTo>
                <a:lnTo>
                  <a:pt x="98917" y="1294215"/>
                </a:lnTo>
                <a:cubicBezTo>
                  <a:pt x="44287" y="1294215"/>
                  <a:pt x="0" y="1249928"/>
                  <a:pt x="0" y="1195298"/>
                </a:cubicBezTo>
                <a:lnTo>
                  <a:pt x="0" y="98917"/>
                </a:lnTo>
                <a:cubicBezTo>
                  <a:pt x="0" y="44287"/>
                  <a:pt x="44287" y="0"/>
                  <a:pt x="9891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946403" y="2827489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068122" y="2876949"/>
            <a:ext cx="15662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75060" y="2876949"/>
            <a:ext cx="857314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启动Builder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46403" y="3256146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按 Cmd+Shift+L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46403" y="3470475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唤起Builder面板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46403" y="3684803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准备输入指令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858" y="4125826"/>
            <a:ext cx="3338580" cy="1294215"/>
          </a:xfrm>
          <a:custGeom>
            <a:avLst/>
            <a:gdLst/>
            <a:ahLst/>
            <a:cxnLst/>
            <a:rect l="l" t="t" r="r" b="b"/>
            <a:pathLst>
              <a:path w="3338580" h="1294215">
                <a:moveTo>
                  <a:pt x="98917" y="0"/>
                </a:moveTo>
                <a:lnTo>
                  <a:pt x="3239663" y="0"/>
                </a:lnTo>
                <a:cubicBezTo>
                  <a:pt x="3294294" y="0"/>
                  <a:pt x="3338580" y="44287"/>
                  <a:pt x="3338580" y="98917"/>
                </a:cubicBezTo>
                <a:lnTo>
                  <a:pt x="3338580" y="1195298"/>
                </a:lnTo>
                <a:cubicBezTo>
                  <a:pt x="3338580" y="1249928"/>
                  <a:pt x="3294294" y="1294215"/>
                  <a:pt x="3239663" y="1294215"/>
                </a:cubicBezTo>
                <a:lnTo>
                  <a:pt x="98917" y="1294215"/>
                </a:lnTo>
                <a:cubicBezTo>
                  <a:pt x="44287" y="1294215"/>
                  <a:pt x="0" y="1249928"/>
                  <a:pt x="0" y="1195298"/>
                </a:cubicBezTo>
                <a:lnTo>
                  <a:pt x="0" y="98917"/>
                </a:lnTo>
                <a:cubicBezTo>
                  <a:pt x="0" y="44287"/>
                  <a:pt x="44287" y="0"/>
                  <a:pt x="9891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69874" y="4261842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90949" y="4311302"/>
            <a:ext cx="164868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8531" y="4311302"/>
            <a:ext cx="1013939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使用/plan规划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3996" y="4694621"/>
            <a:ext cx="3058304" cy="403927"/>
          </a:xfrm>
          <a:custGeom>
            <a:avLst/>
            <a:gdLst/>
            <a:ahLst/>
            <a:cxnLst/>
            <a:rect l="l" t="t" r="r" b="b"/>
            <a:pathLst>
              <a:path w="3058304" h="403927">
                <a:moveTo>
                  <a:pt x="32973" y="0"/>
                </a:moveTo>
                <a:lnTo>
                  <a:pt x="3025332" y="0"/>
                </a:lnTo>
                <a:cubicBezTo>
                  <a:pt x="3043542" y="0"/>
                  <a:pt x="3058304" y="14762"/>
                  <a:pt x="3058304" y="32973"/>
                </a:cubicBezTo>
                <a:lnTo>
                  <a:pt x="3058304" y="370954"/>
                </a:lnTo>
                <a:cubicBezTo>
                  <a:pt x="3058304" y="389165"/>
                  <a:pt x="3043542" y="403927"/>
                  <a:pt x="3025332" y="403927"/>
                </a:cubicBezTo>
                <a:lnTo>
                  <a:pt x="32973" y="403927"/>
                </a:lnTo>
                <a:cubicBezTo>
                  <a:pt x="14762" y="403927"/>
                  <a:pt x="0" y="389165"/>
                  <a:pt x="0" y="370954"/>
                </a:cubicBezTo>
                <a:lnTo>
                  <a:pt x="0" y="32973"/>
                </a:lnTo>
                <a:cubicBezTo>
                  <a:pt x="0" y="14775"/>
                  <a:pt x="14775" y="0"/>
                  <a:pt x="329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44065" y="4764690"/>
            <a:ext cx="2967627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/plan 我想做一个简单的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番茄钟网页应用...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10386" y="4125826"/>
            <a:ext cx="3338580" cy="1294215"/>
          </a:xfrm>
          <a:custGeom>
            <a:avLst/>
            <a:gdLst/>
            <a:ahLst/>
            <a:cxnLst/>
            <a:rect l="l" t="t" r="r" b="b"/>
            <a:pathLst>
              <a:path w="3338580" h="1294215">
                <a:moveTo>
                  <a:pt x="98917" y="0"/>
                </a:moveTo>
                <a:lnTo>
                  <a:pt x="3239663" y="0"/>
                </a:lnTo>
                <a:cubicBezTo>
                  <a:pt x="3294294" y="0"/>
                  <a:pt x="3338580" y="44287"/>
                  <a:pt x="3338580" y="98917"/>
                </a:cubicBezTo>
                <a:lnTo>
                  <a:pt x="3338580" y="1195298"/>
                </a:lnTo>
                <a:cubicBezTo>
                  <a:pt x="3338580" y="1249928"/>
                  <a:pt x="3294294" y="1294215"/>
                  <a:pt x="3239663" y="1294215"/>
                </a:cubicBezTo>
                <a:lnTo>
                  <a:pt x="98917" y="1294215"/>
                </a:lnTo>
                <a:cubicBezTo>
                  <a:pt x="44287" y="1294215"/>
                  <a:pt x="0" y="1249928"/>
                  <a:pt x="0" y="1195298"/>
                </a:cubicBezTo>
                <a:lnTo>
                  <a:pt x="0" y="98917"/>
                </a:lnTo>
                <a:cubicBezTo>
                  <a:pt x="0" y="44287"/>
                  <a:pt x="44287" y="0"/>
                  <a:pt x="9891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946403" y="4261842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067542" y="4311302"/>
            <a:ext cx="164868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75060" y="4311302"/>
            <a:ext cx="79961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观察AI执行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946403" y="4690499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点击Approve确认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946403" y="4904828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观察自动创建文件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946403" y="5119156"/>
            <a:ext cx="312425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查看代码生成过程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3858" y="5560178"/>
            <a:ext cx="6809055" cy="1030426"/>
          </a:xfrm>
          <a:custGeom>
            <a:avLst/>
            <a:gdLst/>
            <a:ahLst/>
            <a:cxnLst/>
            <a:rect l="l" t="t" r="r" b="b"/>
            <a:pathLst>
              <a:path w="6809055" h="1030426">
                <a:moveTo>
                  <a:pt x="98921" y="0"/>
                </a:moveTo>
                <a:lnTo>
                  <a:pt x="6710134" y="0"/>
                </a:lnTo>
                <a:cubicBezTo>
                  <a:pt x="6764766" y="0"/>
                  <a:pt x="6809055" y="44288"/>
                  <a:pt x="6809055" y="98921"/>
                </a:cubicBezTo>
                <a:lnTo>
                  <a:pt x="6809055" y="931505"/>
                </a:lnTo>
                <a:cubicBezTo>
                  <a:pt x="6809055" y="986138"/>
                  <a:pt x="6764766" y="1030426"/>
                  <a:pt x="6710134" y="1030426"/>
                </a:cubicBezTo>
                <a:lnTo>
                  <a:pt x="98921" y="1030426"/>
                </a:lnTo>
                <a:cubicBezTo>
                  <a:pt x="44288" y="1030426"/>
                  <a:pt x="0" y="986138"/>
                  <a:pt x="0" y="931505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90483" y="5729168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54596" y="61826"/>
                </a:moveTo>
                <a:lnTo>
                  <a:pt x="157140" y="61826"/>
                </a:lnTo>
                <a:cubicBezTo>
                  <a:pt x="161423" y="61826"/>
                  <a:pt x="164868" y="58380"/>
                  <a:pt x="164868" y="54097"/>
                </a:cubicBezTo>
                <a:lnTo>
                  <a:pt x="164868" y="7728"/>
                </a:lnTo>
                <a:cubicBezTo>
                  <a:pt x="164868" y="4605"/>
                  <a:pt x="163001" y="1771"/>
                  <a:pt x="160102" y="580"/>
                </a:cubicBezTo>
                <a:cubicBezTo>
                  <a:pt x="157204" y="-612"/>
                  <a:pt x="153888" y="64"/>
                  <a:pt x="151666" y="2254"/>
                </a:cubicBezTo>
                <a:lnTo>
                  <a:pt x="135018" y="18934"/>
                </a:lnTo>
                <a:cubicBezTo>
                  <a:pt x="120753" y="7116"/>
                  <a:pt x="102399" y="0"/>
                  <a:pt x="82434" y="0"/>
                </a:cubicBezTo>
                <a:cubicBezTo>
                  <a:pt x="40895" y="0"/>
                  <a:pt x="6537" y="30720"/>
                  <a:pt x="837" y="70681"/>
                </a:cubicBezTo>
                <a:cubicBezTo>
                  <a:pt x="32" y="76316"/>
                  <a:pt x="3928" y="81532"/>
                  <a:pt x="9564" y="82337"/>
                </a:cubicBezTo>
                <a:cubicBezTo>
                  <a:pt x="15199" y="83142"/>
                  <a:pt x="20415" y="79214"/>
                  <a:pt x="21220" y="73611"/>
                </a:cubicBezTo>
                <a:cubicBezTo>
                  <a:pt x="25503" y="43632"/>
                  <a:pt x="51296" y="20609"/>
                  <a:pt x="82434" y="20609"/>
                </a:cubicBezTo>
                <a:cubicBezTo>
                  <a:pt x="96731" y="20609"/>
                  <a:pt x="109869" y="25439"/>
                  <a:pt x="120334" y="33585"/>
                </a:cubicBezTo>
                <a:lnTo>
                  <a:pt x="105297" y="48623"/>
                </a:lnTo>
                <a:cubicBezTo>
                  <a:pt x="103075" y="50845"/>
                  <a:pt x="102431" y="54162"/>
                  <a:pt x="103622" y="57060"/>
                </a:cubicBezTo>
                <a:cubicBezTo>
                  <a:pt x="104814" y="59958"/>
                  <a:pt x="107647" y="61826"/>
                  <a:pt x="110771" y="61826"/>
                </a:cubicBezTo>
                <a:lnTo>
                  <a:pt x="154596" y="61826"/>
                </a:lnTo>
                <a:close/>
                <a:moveTo>
                  <a:pt x="164063" y="94187"/>
                </a:moveTo>
                <a:cubicBezTo>
                  <a:pt x="164868" y="88552"/>
                  <a:pt x="160940" y="83336"/>
                  <a:pt x="155337" y="82531"/>
                </a:cubicBezTo>
                <a:cubicBezTo>
                  <a:pt x="149734" y="81726"/>
                  <a:pt x="144485" y="85654"/>
                  <a:pt x="143680" y="91257"/>
                </a:cubicBezTo>
                <a:cubicBezTo>
                  <a:pt x="139397" y="121204"/>
                  <a:pt x="113604" y="144227"/>
                  <a:pt x="82466" y="144227"/>
                </a:cubicBezTo>
                <a:cubicBezTo>
                  <a:pt x="68169" y="144227"/>
                  <a:pt x="55031" y="139397"/>
                  <a:pt x="44566" y="131251"/>
                </a:cubicBezTo>
                <a:lnTo>
                  <a:pt x="59572" y="116245"/>
                </a:lnTo>
                <a:cubicBezTo>
                  <a:pt x="61793" y="114023"/>
                  <a:pt x="62437" y="110706"/>
                  <a:pt x="61246" y="107808"/>
                </a:cubicBezTo>
                <a:cubicBezTo>
                  <a:pt x="60055" y="104910"/>
                  <a:pt x="57221" y="103043"/>
                  <a:pt x="54097" y="103043"/>
                </a:cubicBezTo>
                <a:lnTo>
                  <a:pt x="7728" y="103043"/>
                </a:lnTo>
                <a:cubicBezTo>
                  <a:pt x="3445" y="103043"/>
                  <a:pt x="0" y="106488"/>
                  <a:pt x="0" y="110771"/>
                </a:cubicBezTo>
                <a:lnTo>
                  <a:pt x="0" y="157140"/>
                </a:lnTo>
                <a:cubicBezTo>
                  <a:pt x="0" y="160263"/>
                  <a:pt x="1868" y="163097"/>
                  <a:pt x="4766" y="164289"/>
                </a:cubicBezTo>
                <a:cubicBezTo>
                  <a:pt x="7664" y="165480"/>
                  <a:pt x="10980" y="164804"/>
                  <a:pt x="13202" y="162614"/>
                </a:cubicBezTo>
                <a:lnTo>
                  <a:pt x="29882" y="145934"/>
                </a:lnTo>
                <a:cubicBezTo>
                  <a:pt x="44115" y="157752"/>
                  <a:pt x="62470" y="164868"/>
                  <a:pt x="82434" y="164868"/>
                </a:cubicBezTo>
                <a:cubicBezTo>
                  <a:pt x="123973" y="164868"/>
                  <a:pt x="158331" y="134149"/>
                  <a:pt x="164031" y="9418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74880" y="5696195"/>
            <a:ext cx="964479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多轮迭代优化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6361" y="6050661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0" y="57704"/>
                </a:moveTo>
                <a:cubicBezTo>
                  <a:pt x="0" y="25856"/>
                  <a:pt x="25856" y="0"/>
                  <a:pt x="57704" y="0"/>
                </a:cubicBezTo>
                <a:cubicBezTo>
                  <a:pt x="89551" y="0"/>
                  <a:pt x="115408" y="25856"/>
                  <a:pt x="115408" y="57704"/>
                </a:cubicBezTo>
                <a:cubicBezTo>
                  <a:pt x="115408" y="89551"/>
                  <a:pt x="89551" y="115408"/>
                  <a:pt x="57704" y="115408"/>
                </a:cubicBezTo>
                <a:cubicBezTo>
                  <a:pt x="25856" y="115408"/>
                  <a:pt x="0" y="89551"/>
                  <a:pt x="0" y="57704"/>
                </a:cubicBezTo>
                <a:close/>
                <a:moveTo>
                  <a:pt x="42444" y="33157"/>
                </a:moveTo>
                <a:cubicBezTo>
                  <a:pt x="40731" y="34104"/>
                  <a:pt x="39671" y="35930"/>
                  <a:pt x="39671" y="37868"/>
                </a:cubicBezTo>
                <a:lnTo>
                  <a:pt x="39671" y="77540"/>
                </a:lnTo>
                <a:cubicBezTo>
                  <a:pt x="39671" y="79501"/>
                  <a:pt x="40731" y="81304"/>
                  <a:pt x="42444" y="82251"/>
                </a:cubicBezTo>
                <a:cubicBezTo>
                  <a:pt x="44157" y="83197"/>
                  <a:pt x="46231" y="83175"/>
                  <a:pt x="47921" y="82138"/>
                </a:cubicBezTo>
                <a:lnTo>
                  <a:pt x="80380" y="62302"/>
                </a:lnTo>
                <a:cubicBezTo>
                  <a:pt x="81980" y="61310"/>
                  <a:pt x="82972" y="59575"/>
                  <a:pt x="82972" y="57681"/>
                </a:cubicBezTo>
                <a:cubicBezTo>
                  <a:pt x="82972" y="55788"/>
                  <a:pt x="81980" y="54052"/>
                  <a:pt x="80380" y="53060"/>
                </a:cubicBezTo>
                <a:lnTo>
                  <a:pt x="47921" y="33225"/>
                </a:lnTo>
                <a:cubicBezTo>
                  <a:pt x="46253" y="32210"/>
                  <a:pt x="44157" y="32165"/>
                  <a:pt x="42444" y="3311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61061" y="6025931"/>
            <a:ext cx="3089689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运行预览应用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06265" y="6050661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08195"/>
                </a:moveTo>
                <a:cubicBezTo>
                  <a:pt x="89576" y="108195"/>
                  <a:pt x="115408" y="83964"/>
                  <a:pt x="115408" y="54097"/>
                </a:cubicBezTo>
                <a:cubicBezTo>
                  <a:pt x="115408" y="24231"/>
                  <a:pt x="89576" y="0"/>
                  <a:pt x="57704" y="0"/>
                </a:cubicBezTo>
                <a:cubicBezTo>
                  <a:pt x="25831" y="0"/>
                  <a:pt x="0" y="24231"/>
                  <a:pt x="0" y="54097"/>
                </a:cubicBezTo>
                <a:cubicBezTo>
                  <a:pt x="0" y="66337"/>
                  <a:pt x="4328" y="77607"/>
                  <a:pt x="11631" y="86668"/>
                </a:cubicBezTo>
                <a:lnTo>
                  <a:pt x="631" y="107473"/>
                </a:lnTo>
                <a:cubicBezTo>
                  <a:pt x="-451" y="109502"/>
                  <a:pt x="-113" y="111982"/>
                  <a:pt x="1443" y="113672"/>
                </a:cubicBezTo>
                <a:cubicBezTo>
                  <a:pt x="2998" y="115363"/>
                  <a:pt x="5455" y="115881"/>
                  <a:pt x="7551" y="114979"/>
                </a:cubicBezTo>
                <a:lnTo>
                  <a:pt x="34239" y="103551"/>
                </a:lnTo>
                <a:cubicBezTo>
                  <a:pt x="41407" y="106527"/>
                  <a:pt x="49341" y="108195"/>
                  <a:pt x="57704" y="108195"/>
                </a:cubicBezTo>
                <a:close/>
                <a:moveTo>
                  <a:pt x="28852" y="46884"/>
                </a:moveTo>
                <a:cubicBezTo>
                  <a:pt x="32833" y="46884"/>
                  <a:pt x="36065" y="50116"/>
                  <a:pt x="36065" y="54097"/>
                </a:cubicBezTo>
                <a:cubicBezTo>
                  <a:pt x="36065" y="58078"/>
                  <a:pt x="32833" y="61310"/>
                  <a:pt x="28852" y="61310"/>
                </a:cubicBezTo>
                <a:cubicBezTo>
                  <a:pt x="24871" y="61310"/>
                  <a:pt x="21639" y="58078"/>
                  <a:pt x="21639" y="54097"/>
                </a:cubicBezTo>
                <a:cubicBezTo>
                  <a:pt x="21639" y="50116"/>
                  <a:pt x="24871" y="46884"/>
                  <a:pt x="28852" y="46884"/>
                </a:cubicBezTo>
                <a:close/>
                <a:moveTo>
                  <a:pt x="57704" y="46884"/>
                </a:moveTo>
                <a:cubicBezTo>
                  <a:pt x="61685" y="46884"/>
                  <a:pt x="64917" y="50116"/>
                  <a:pt x="64917" y="54097"/>
                </a:cubicBezTo>
                <a:cubicBezTo>
                  <a:pt x="64917" y="58078"/>
                  <a:pt x="61685" y="61310"/>
                  <a:pt x="57704" y="61310"/>
                </a:cubicBezTo>
                <a:cubicBezTo>
                  <a:pt x="53723" y="61310"/>
                  <a:pt x="50491" y="58078"/>
                  <a:pt x="50491" y="54097"/>
                </a:cubicBezTo>
                <a:cubicBezTo>
                  <a:pt x="50491" y="50116"/>
                  <a:pt x="53723" y="46884"/>
                  <a:pt x="57704" y="46884"/>
                </a:cubicBezTo>
                <a:close/>
                <a:moveTo>
                  <a:pt x="79343" y="54097"/>
                </a:moveTo>
                <a:cubicBezTo>
                  <a:pt x="79343" y="50116"/>
                  <a:pt x="82575" y="46884"/>
                  <a:pt x="86556" y="46884"/>
                </a:cubicBezTo>
                <a:cubicBezTo>
                  <a:pt x="90537" y="46884"/>
                  <a:pt x="93769" y="50116"/>
                  <a:pt x="93769" y="54097"/>
                </a:cubicBezTo>
                <a:cubicBezTo>
                  <a:pt x="93769" y="58078"/>
                  <a:pt x="90537" y="61310"/>
                  <a:pt x="86556" y="61310"/>
                </a:cubicBezTo>
                <a:cubicBezTo>
                  <a:pt x="82575" y="61310"/>
                  <a:pt x="79343" y="58078"/>
                  <a:pt x="79343" y="5409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3980965" y="6025931"/>
            <a:ext cx="3089689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提出优化需求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86361" y="6314450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89824" y="2750"/>
                </a:moveTo>
                <a:lnTo>
                  <a:pt x="69943" y="22631"/>
                </a:lnTo>
                <a:lnTo>
                  <a:pt x="92777" y="45464"/>
                </a:lnTo>
                <a:lnTo>
                  <a:pt x="112658" y="25584"/>
                </a:lnTo>
                <a:cubicBezTo>
                  <a:pt x="114416" y="23803"/>
                  <a:pt x="115408" y="21414"/>
                  <a:pt x="115408" y="18934"/>
                </a:cubicBezTo>
                <a:cubicBezTo>
                  <a:pt x="115408" y="16455"/>
                  <a:pt x="114416" y="14065"/>
                  <a:pt x="112658" y="12285"/>
                </a:cubicBezTo>
                <a:lnTo>
                  <a:pt x="103123" y="2750"/>
                </a:lnTo>
                <a:cubicBezTo>
                  <a:pt x="101342" y="992"/>
                  <a:pt x="98953" y="0"/>
                  <a:pt x="96474" y="0"/>
                </a:cubicBezTo>
                <a:cubicBezTo>
                  <a:pt x="93994" y="0"/>
                  <a:pt x="91605" y="992"/>
                  <a:pt x="89824" y="2750"/>
                </a:cubicBezTo>
                <a:close/>
                <a:moveTo>
                  <a:pt x="62302" y="30272"/>
                </a:moveTo>
                <a:lnTo>
                  <a:pt x="2750" y="89824"/>
                </a:lnTo>
                <a:cubicBezTo>
                  <a:pt x="992" y="91605"/>
                  <a:pt x="0" y="93994"/>
                  <a:pt x="0" y="96474"/>
                </a:cubicBezTo>
                <a:cubicBezTo>
                  <a:pt x="0" y="98953"/>
                  <a:pt x="992" y="101342"/>
                  <a:pt x="2750" y="103123"/>
                </a:cubicBezTo>
                <a:lnTo>
                  <a:pt x="12285" y="112658"/>
                </a:lnTo>
                <a:cubicBezTo>
                  <a:pt x="14065" y="114416"/>
                  <a:pt x="16455" y="115408"/>
                  <a:pt x="18934" y="115408"/>
                </a:cubicBezTo>
                <a:cubicBezTo>
                  <a:pt x="21414" y="115408"/>
                  <a:pt x="23803" y="114416"/>
                  <a:pt x="25584" y="112658"/>
                </a:cubicBezTo>
                <a:lnTo>
                  <a:pt x="85136" y="53106"/>
                </a:lnTo>
                <a:lnTo>
                  <a:pt x="62302" y="3027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61061" y="6289720"/>
            <a:ext cx="3089689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观察AI精准修改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06265" y="6314450"/>
            <a:ext cx="115408" cy="115408"/>
          </a:xfrm>
          <a:custGeom>
            <a:avLst/>
            <a:gdLst/>
            <a:ahLst/>
            <a:cxnLst/>
            <a:rect l="l" t="t" r="r" b="b"/>
            <a:pathLst>
              <a:path w="115408" h="115408">
                <a:moveTo>
                  <a:pt x="57704" y="115408"/>
                </a:moveTo>
                <a:cubicBezTo>
                  <a:pt x="89551" y="115408"/>
                  <a:pt x="115408" y="89551"/>
                  <a:pt x="115408" y="57704"/>
                </a:cubicBezTo>
                <a:cubicBezTo>
                  <a:pt x="115408" y="25856"/>
                  <a:pt x="89551" y="0"/>
                  <a:pt x="57704" y="0"/>
                </a:cubicBezTo>
                <a:cubicBezTo>
                  <a:pt x="25856" y="0"/>
                  <a:pt x="0" y="25856"/>
                  <a:pt x="0" y="57704"/>
                </a:cubicBezTo>
                <a:cubicBezTo>
                  <a:pt x="0" y="89551"/>
                  <a:pt x="25856" y="115408"/>
                  <a:pt x="57704" y="115408"/>
                </a:cubicBezTo>
                <a:close/>
                <a:moveTo>
                  <a:pt x="76728" y="47944"/>
                </a:moveTo>
                <a:lnTo>
                  <a:pt x="58696" y="76796"/>
                </a:lnTo>
                <a:cubicBezTo>
                  <a:pt x="57749" y="78306"/>
                  <a:pt x="56126" y="79253"/>
                  <a:pt x="54345" y="79343"/>
                </a:cubicBezTo>
                <a:cubicBezTo>
                  <a:pt x="52565" y="79433"/>
                  <a:pt x="50852" y="78622"/>
                  <a:pt x="49792" y="77179"/>
                </a:cubicBezTo>
                <a:lnTo>
                  <a:pt x="38973" y="62753"/>
                </a:lnTo>
                <a:cubicBezTo>
                  <a:pt x="37169" y="60364"/>
                  <a:pt x="37665" y="56983"/>
                  <a:pt x="40055" y="55179"/>
                </a:cubicBezTo>
                <a:cubicBezTo>
                  <a:pt x="42444" y="53376"/>
                  <a:pt x="45825" y="53872"/>
                  <a:pt x="47628" y="56261"/>
                </a:cubicBezTo>
                <a:lnTo>
                  <a:pt x="53714" y="64376"/>
                </a:lnTo>
                <a:lnTo>
                  <a:pt x="67554" y="42218"/>
                </a:lnTo>
                <a:cubicBezTo>
                  <a:pt x="69132" y="39694"/>
                  <a:pt x="72468" y="38905"/>
                  <a:pt x="75015" y="40505"/>
                </a:cubicBezTo>
                <a:cubicBezTo>
                  <a:pt x="77562" y="42106"/>
                  <a:pt x="78328" y="45419"/>
                  <a:pt x="76728" y="4796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980965" y="6289720"/>
            <a:ext cx="3089689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验收最终成果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19888" y="1158199"/>
            <a:ext cx="4542118" cy="3870280"/>
          </a:xfrm>
          <a:custGeom>
            <a:avLst/>
            <a:gdLst/>
            <a:ahLst/>
            <a:cxnLst/>
            <a:rect l="l" t="t" r="r" b="b"/>
            <a:pathLst>
              <a:path w="4542118" h="4542118">
                <a:moveTo>
                  <a:pt x="98927" y="0"/>
                </a:moveTo>
                <a:lnTo>
                  <a:pt x="4443190" y="0"/>
                </a:lnTo>
                <a:cubicBezTo>
                  <a:pt x="4497826" y="0"/>
                  <a:pt x="4542118" y="44291"/>
                  <a:pt x="4542118" y="98927"/>
                </a:cubicBezTo>
                <a:lnTo>
                  <a:pt x="4542118" y="4443190"/>
                </a:lnTo>
                <a:cubicBezTo>
                  <a:pt x="4542118" y="4497826"/>
                  <a:pt x="4497826" y="4542118"/>
                  <a:pt x="4443190" y="4542118"/>
                </a:cubicBezTo>
                <a:lnTo>
                  <a:pt x="98927" y="4542118"/>
                </a:lnTo>
                <a:cubicBezTo>
                  <a:pt x="44291" y="4542118"/>
                  <a:pt x="0" y="4497826"/>
                  <a:pt x="0" y="4443190"/>
                </a:cubicBezTo>
                <a:lnTo>
                  <a:pt x="0" y="98927"/>
                </a:lnTo>
                <a:cubicBezTo>
                  <a:pt x="0" y="44328"/>
                  <a:pt x="44328" y="0"/>
                  <a:pt x="9892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7" name="Image 0" descr="https://kimi-web-img.moonshot.cn/img/shop.minimaldesksetups.com/70c00c5caf05e5c200d40971630a4c450e5df8ef.jpg"/>
          <p:cNvPicPr>
            <a:picLocks noChangeAspect="1"/>
          </p:cNvPicPr>
          <p:nvPr/>
        </p:nvPicPr>
        <p:blipFill>
          <a:blip r:embed="rId3"/>
          <a:srcRect b="14727"/>
          <a:stretch>
            <a:fillRect/>
          </a:stretch>
        </p:blipFill>
        <p:spPr>
          <a:xfrm>
            <a:off x="7324010" y="1162320"/>
            <a:ext cx="4533874" cy="3866159"/>
          </a:xfrm>
          <a:prstGeom prst="roundRect">
            <a:avLst>
              <a:gd name="adj" fmla="val 2182"/>
            </a:avLst>
          </a:prstGeom>
        </p:spPr>
      </p:pic>
      <p:sp>
        <p:nvSpPr>
          <p:cNvPr id="58" name="Shape 55"/>
          <p:cNvSpPr/>
          <p:nvPr/>
        </p:nvSpPr>
        <p:spPr>
          <a:xfrm>
            <a:off x="7319888" y="5090304"/>
            <a:ext cx="4542118" cy="1673412"/>
          </a:xfrm>
          <a:custGeom>
            <a:avLst/>
            <a:gdLst/>
            <a:ahLst/>
            <a:cxnLst/>
            <a:rect l="l" t="t" r="r" b="b"/>
            <a:pathLst>
              <a:path w="4542118" h="1673412">
                <a:moveTo>
                  <a:pt x="98915" y="0"/>
                </a:moveTo>
                <a:lnTo>
                  <a:pt x="4443202" y="0"/>
                </a:lnTo>
                <a:cubicBezTo>
                  <a:pt x="4497832" y="0"/>
                  <a:pt x="4542118" y="44286"/>
                  <a:pt x="4542118" y="98915"/>
                </a:cubicBezTo>
                <a:lnTo>
                  <a:pt x="4542118" y="1574496"/>
                </a:lnTo>
                <a:cubicBezTo>
                  <a:pt x="4542118" y="1629126"/>
                  <a:pt x="4497832" y="1673412"/>
                  <a:pt x="4443202" y="1673412"/>
                </a:cubicBezTo>
                <a:lnTo>
                  <a:pt x="98915" y="1673412"/>
                </a:lnTo>
                <a:cubicBezTo>
                  <a:pt x="44286" y="1673412"/>
                  <a:pt x="0" y="1629126"/>
                  <a:pt x="0" y="1574496"/>
                </a:cubicBezTo>
                <a:lnTo>
                  <a:pt x="0" y="98915"/>
                </a:lnTo>
                <a:cubicBezTo>
                  <a:pt x="0" y="44286"/>
                  <a:pt x="44286" y="0"/>
                  <a:pt x="9891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6"/>
          <p:cNvSpPr/>
          <p:nvPr/>
        </p:nvSpPr>
        <p:spPr>
          <a:xfrm>
            <a:off x="7530095" y="5292267"/>
            <a:ext cx="123651" cy="164868"/>
          </a:xfrm>
          <a:custGeom>
            <a:avLst/>
            <a:gdLst/>
            <a:ahLst/>
            <a:cxnLst/>
            <a:rect l="l" t="t" r="r" b="b"/>
            <a:pathLst>
              <a:path w="123651" h="164868">
                <a:moveTo>
                  <a:pt x="94316" y="123651"/>
                </a:moveTo>
                <a:cubicBezTo>
                  <a:pt x="96667" y="116470"/>
                  <a:pt x="101368" y="109966"/>
                  <a:pt x="106681" y="104363"/>
                </a:cubicBezTo>
                <a:cubicBezTo>
                  <a:pt x="117211" y="93286"/>
                  <a:pt x="123651" y="78312"/>
                  <a:pt x="123651" y="61826"/>
                </a:cubicBezTo>
                <a:cubicBezTo>
                  <a:pt x="123651" y="27693"/>
                  <a:pt x="95958" y="0"/>
                  <a:pt x="61826" y="0"/>
                </a:cubicBezTo>
                <a:cubicBezTo>
                  <a:pt x="27693" y="0"/>
                  <a:pt x="0" y="27693"/>
                  <a:pt x="0" y="61826"/>
                </a:cubicBezTo>
                <a:cubicBezTo>
                  <a:pt x="0" y="78312"/>
                  <a:pt x="6440" y="93286"/>
                  <a:pt x="16970" y="104363"/>
                </a:cubicBezTo>
                <a:cubicBezTo>
                  <a:pt x="22283" y="109966"/>
                  <a:pt x="27016" y="116470"/>
                  <a:pt x="29335" y="123651"/>
                </a:cubicBezTo>
                <a:lnTo>
                  <a:pt x="94284" y="123651"/>
                </a:lnTo>
                <a:close/>
                <a:moveTo>
                  <a:pt x="92738" y="139108"/>
                </a:moveTo>
                <a:lnTo>
                  <a:pt x="30913" y="139108"/>
                </a:lnTo>
                <a:lnTo>
                  <a:pt x="30913" y="144260"/>
                </a:lnTo>
                <a:cubicBezTo>
                  <a:pt x="30913" y="158492"/>
                  <a:pt x="42441" y="170020"/>
                  <a:pt x="56673" y="170020"/>
                </a:cubicBezTo>
                <a:lnTo>
                  <a:pt x="66978" y="170020"/>
                </a:lnTo>
                <a:cubicBezTo>
                  <a:pt x="81210" y="170020"/>
                  <a:pt x="92738" y="158492"/>
                  <a:pt x="92738" y="144260"/>
                </a:cubicBezTo>
                <a:lnTo>
                  <a:pt x="92738" y="139108"/>
                </a:lnTo>
                <a:close/>
                <a:moveTo>
                  <a:pt x="59249" y="36065"/>
                </a:moveTo>
                <a:cubicBezTo>
                  <a:pt x="46434" y="36065"/>
                  <a:pt x="36065" y="46434"/>
                  <a:pt x="36065" y="59249"/>
                </a:cubicBezTo>
                <a:cubicBezTo>
                  <a:pt x="36065" y="63532"/>
                  <a:pt x="32619" y="66978"/>
                  <a:pt x="28337" y="66978"/>
                </a:cubicBezTo>
                <a:cubicBezTo>
                  <a:pt x="24054" y="66978"/>
                  <a:pt x="20609" y="63532"/>
                  <a:pt x="20609" y="59249"/>
                </a:cubicBezTo>
                <a:cubicBezTo>
                  <a:pt x="20609" y="37900"/>
                  <a:pt x="37900" y="20609"/>
                  <a:pt x="59249" y="20609"/>
                </a:cubicBezTo>
                <a:cubicBezTo>
                  <a:pt x="63532" y="20609"/>
                  <a:pt x="66978" y="24054"/>
                  <a:pt x="66978" y="28337"/>
                </a:cubicBezTo>
                <a:cubicBezTo>
                  <a:pt x="66978" y="32619"/>
                  <a:pt x="63532" y="36065"/>
                  <a:pt x="59249" y="3606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7"/>
          <p:cNvSpPr/>
          <p:nvPr/>
        </p:nvSpPr>
        <p:spPr>
          <a:xfrm>
            <a:off x="7793884" y="5259294"/>
            <a:ext cx="667716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体验总结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488878" y="5622004"/>
            <a:ext cx="4270085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在这个过程中，你并没有手动编写一行代码，而是扮演了</a:t>
            </a:r>
            <a:r>
              <a:rPr lang="en-US" sz="1039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产品经理</a:t>
            </a:r>
            <a:r>
              <a:rPr lang="en-US" sz="10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039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测试工程师</a:t>
            </a:r>
            <a:r>
              <a:rPr lang="en-US" sz="10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的角色。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493000" y="6186677"/>
            <a:ext cx="4195895" cy="403927"/>
          </a:xfrm>
          <a:custGeom>
            <a:avLst/>
            <a:gdLst/>
            <a:ahLst/>
            <a:cxnLst/>
            <a:rect l="l" t="t" r="r" b="b"/>
            <a:pathLst>
              <a:path w="4195895" h="403927">
                <a:moveTo>
                  <a:pt x="65949" y="0"/>
                </a:moveTo>
                <a:lnTo>
                  <a:pt x="4129945" y="0"/>
                </a:lnTo>
                <a:cubicBezTo>
                  <a:pt x="4166368" y="0"/>
                  <a:pt x="4195895" y="29526"/>
                  <a:pt x="4195895" y="65949"/>
                </a:cubicBezTo>
                <a:lnTo>
                  <a:pt x="4195895" y="337978"/>
                </a:lnTo>
                <a:cubicBezTo>
                  <a:pt x="4195895" y="374401"/>
                  <a:pt x="4166368" y="403927"/>
                  <a:pt x="4129945" y="403927"/>
                </a:cubicBezTo>
                <a:lnTo>
                  <a:pt x="65949" y="403927"/>
                </a:lnTo>
                <a:cubicBezTo>
                  <a:pt x="29526" y="403927"/>
                  <a:pt x="0" y="374401"/>
                  <a:pt x="0" y="337978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0"/>
          <p:cNvSpPr/>
          <p:nvPr/>
        </p:nvSpPr>
        <p:spPr>
          <a:xfrm>
            <a:off x="8654676" y="6326815"/>
            <a:ext cx="148381" cy="131895"/>
          </a:xfrm>
          <a:custGeom>
            <a:avLst/>
            <a:gdLst/>
            <a:ahLst/>
            <a:cxnLst/>
            <a:rect l="l" t="t" r="r" b="b"/>
            <a:pathLst>
              <a:path w="148381" h="131895">
                <a:moveTo>
                  <a:pt x="79729" y="-4869"/>
                </a:moveTo>
                <a:cubicBezTo>
                  <a:pt x="78673" y="-6930"/>
                  <a:pt x="76535" y="-8243"/>
                  <a:pt x="74216" y="-8243"/>
                </a:cubicBezTo>
                <a:cubicBezTo>
                  <a:pt x="71898" y="-8243"/>
                  <a:pt x="69760" y="-6930"/>
                  <a:pt x="68704" y="-4869"/>
                </a:cubicBezTo>
                <a:lnTo>
                  <a:pt x="49744" y="32278"/>
                </a:lnTo>
                <a:lnTo>
                  <a:pt x="8553" y="38821"/>
                </a:lnTo>
                <a:cubicBezTo>
                  <a:pt x="6260" y="39182"/>
                  <a:pt x="4354" y="40805"/>
                  <a:pt x="3632" y="43020"/>
                </a:cubicBezTo>
                <a:cubicBezTo>
                  <a:pt x="2911" y="45236"/>
                  <a:pt x="3503" y="47657"/>
                  <a:pt x="5126" y="49306"/>
                </a:cubicBezTo>
                <a:lnTo>
                  <a:pt x="34597" y="78802"/>
                </a:lnTo>
                <a:lnTo>
                  <a:pt x="28105" y="119993"/>
                </a:lnTo>
                <a:cubicBezTo>
                  <a:pt x="27744" y="122286"/>
                  <a:pt x="28697" y="124604"/>
                  <a:pt x="30578" y="125970"/>
                </a:cubicBezTo>
                <a:cubicBezTo>
                  <a:pt x="32458" y="127335"/>
                  <a:pt x="34931" y="127541"/>
                  <a:pt x="37018" y="126485"/>
                </a:cubicBezTo>
                <a:lnTo>
                  <a:pt x="74216" y="107576"/>
                </a:lnTo>
                <a:lnTo>
                  <a:pt x="111389" y="126485"/>
                </a:lnTo>
                <a:cubicBezTo>
                  <a:pt x="113450" y="127541"/>
                  <a:pt x="115949" y="127335"/>
                  <a:pt x="117829" y="125970"/>
                </a:cubicBezTo>
                <a:cubicBezTo>
                  <a:pt x="119710" y="124604"/>
                  <a:pt x="120663" y="122312"/>
                  <a:pt x="120302" y="119993"/>
                </a:cubicBezTo>
                <a:lnTo>
                  <a:pt x="113785" y="78802"/>
                </a:lnTo>
                <a:lnTo>
                  <a:pt x="143255" y="49306"/>
                </a:lnTo>
                <a:cubicBezTo>
                  <a:pt x="144904" y="47657"/>
                  <a:pt x="145470" y="45236"/>
                  <a:pt x="144749" y="43020"/>
                </a:cubicBezTo>
                <a:cubicBezTo>
                  <a:pt x="144028" y="40805"/>
                  <a:pt x="142147" y="39182"/>
                  <a:pt x="139829" y="38821"/>
                </a:cubicBezTo>
                <a:lnTo>
                  <a:pt x="98663" y="32278"/>
                </a:lnTo>
                <a:lnTo>
                  <a:pt x="79729" y="-486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1"/>
          <p:cNvSpPr/>
          <p:nvPr/>
        </p:nvSpPr>
        <p:spPr>
          <a:xfrm>
            <a:off x="8882401" y="6302085"/>
            <a:ext cx="1683008" cy="17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这就是AI-Native开发的魅力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367934"/>
            <a:ext cx="66897" cy="267588"/>
          </a:xfrm>
          <a:custGeom>
            <a:avLst/>
            <a:gdLst/>
            <a:ahLst/>
            <a:cxnLst/>
            <a:rect l="l" t="t" r="r" b="b"/>
            <a:pathLst>
              <a:path w="66897" h="267588">
                <a:moveTo>
                  <a:pt x="33449" y="0"/>
                </a:moveTo>
                <a:lnTo>
                  <a:pt x="33449" y="0"/>
                </a:lnTo>
                <a:cubicBezTo>
                  <a:pt x="51922" y="0"/>
                  <a:pt x="66897" y="14975"/>
                  <a:pt x="66897" y="33449"/>
                </a:cubicBezTo>
                <a:lnTo>
                  <a:pt x="66897" y="234140"/>
                </a:lnTo>
                <a:cubicBezTo>
                  <a:pt x="66897" y="252613"/>
                  <a:pt x="51922" y="267588"/>
                  <a:pt x="33449" y="267588"/>
                </a:cubicBezTo>
                <a:lnTo>
                  <a:pt x="33449" y="267588"/>
                </a:lnTo>
                <a:cubicBezTo>
                  <a:pt x="14975" y="267588"/>
                  <a:pt x="0" y="252613"/>
                  <a:pt x="0" y="23414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1728" y="334486"/>
            <a:ext cx="3160889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个性化配置与常见问题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1728" y="769317"/>
            <a:ext cx="1143104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让Trae更符合个人习惯，快速解决常见问题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667" y="1141432"/>
            <a:ext cx="5669531" cy="2098897"/>
          </a:xfrm>
          <a:custGeom>
            <a:avLst/>
            <a:gdLst/>
            <a:ahLst/>
            <a:cxnLst/>
            <a:rect l="l" t="t" r="r" b="b"/>
            <a:pathLst>
              <a:path w="5669531" h="2098897">
                <a:moveTo>
                  <a:pt x="100348" y="0"/>
                </a:moveTo>
                <a:lnTo>
                  <a:pt x="5569183" y="0"/>
                </a:lnTo>
                <a:cubicBezTo>
                  <a:pt x="5624603" y="0"/>
                  <a:pt x="5669531" y="44927"/>
                  <a:pt x="5669531" y="100348"/>
                </a:cubicBezTo>
                <a:lnTo>
                  <a:pt x="5669531" y="1998549"/>
                </a:lnTo>
                <a:cubicBezTo>
                  <a:pt x="5669531" y="2053970"/>
                  <a:pt x="5624603" y="2098897"/>
                  <a:pt x="5569183" y="2098897"/>
                </a:cubicBezTo>
                <a:lnTo>
                  <a:pt x="100348" y="2098897"/>
                </a:lnTo>
                <a:cubicBezTo>
                  <a:pt x="44927" y="2098897"/>
                  <a:pt x="0" y="2053970"/>
                  <a:pt x="0" y="1998549"/>
                </a:cubicBezTo>
                <a:lnTo>
                  <a:pt x="0" y="100348"/>
                </a:lnTo>
                <a:cubicBezTo>
                  <a:pt x="0" y="44965"/>
                  <a:pt x="44965" y="0"/>
                  <a:pt x="1003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0543" y="1346305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73169" y="81008"/>
                </a:moveTo>
                <a:cubicBezTo>
                  <a:pt x="94802" y="81008"/>
                  <a:pt x="112366" y="63444"/>
                  <a:pt x="112366" y="41811"/>
                </a:cubicBezTo>
                <a:cubicBezTo>
                  <a:pt x="112366" y="20177"/>
                  <a:pt x="94802" y="2613"/>
                  <a:pt x="73169" y="2613"/>
                </a:cubicBezTo>
                <a:cubicBezTo>
                  <a:pt x="51535" y="2613"/>
                  <a:pt x="33971" y="20177"/>
                  <a:pt x="33971" y="41811"/>
                </a:cubicBezTo>
                <a:cubicBezTo>
                  <a:pt x="33971" y="63444"/>
                  <a:pt x="51535" y="81008"/>
                  <a:pt x="73169" y="81008"/>
                </a:cubicBezTo>
                <a:close/>
                <a:moveTo>
                  <a:pt x="63467" y="99300"/>
                </a:moveTo>
                <a:cubicBezTo>
                  <a:pt x="31293" y="99300"/>
                  <a:pt x="5226" y="125367"/>
                  <a:pt x="5226" y="157541"/>
                </a:cubicBezTo>
                <a:cubicBezTo>
                  <a:pt x="5226" y="162898"/>
                  <a:pt x="9571" y="167243"/>
                  <a:pt x="14928" y="167243"/>
                </a:cubicBezTo>
                <a:lnTo>
                  <a:pt x="97079" y="167243"/>
                </a:lnTo>
                <a:cubicBezTo>
                  <a:pt x="85255" y="153328"/>
                  <a:pt x="78395" y="135395"/>
                  <a:pt x="78395" y="116417"/>
                </a:cubicBezTo>
                <a:lnTo>
                  <a:pt x="78395" y="106258"/>
                </a:lnTo>
                <a:cubicBezTo>
                  <a:pt x="78395" y="103873"/>
                  <a:pt x="78722" y="101522"/>
                  <a:pt x="79342" y="99300"/>
                </a:cubicBezTo>
                <a:lnTo>
                  <a:pt x="63467" y="99300"/>
                </a:lnTo>
                <a:close/>
                <a:moveTo>
                  <a:pt x="145456" y="159567"/>
                </a:moveTo>
                <a:lnTo>
                  <a:pt x="141111" y="161624"/>
                </a:lnTo>
                <a:lnTo>
                  <a:pt x="141111" y="100182"/>
                </a:lnTo>
                <a:lnTo>
                  <a:pt x="172469" y="110635"/>
                </a:lnTo>
                <a:lnTo>
                  <a:pt x="172469" y="117037"/>
                </a:lnTo>
                <a:cubicBezTo>
                  <a:pt x="172469" y="135264"/>
                  <a:pt x="161951" y="151825"/>
                  <a:pt x="145456" y="159599"/>
                </a:cubicBezTo>
                <a:close/>
                <a:moveTo>
                  <a:pt x="137812" y="84765"/>
                </a:moveTo>
                <a:lnTo>
                  <a:pt x="101228" y="96949"/>
                </a:lnTo>
                <a:cubicBezTo>
                  <a:pt x="96949" y="98386"/>
                  <a:pt x="94074" y="102371"/>
                  <a:pt x="94074" y="106879"/>
                </a:cubicBezTo>
                <a:lnTo>
                  <a:pt x="94074" y="117037"/>
                </a:lnTo>
                <a:cubicBezTo>
                  <a:pt x="94074" y="141340"/>
                  <a:pt x="108120" y="163454"/>
                  <a:pt x="130070" y="173776"/>
                </a:cubicBezTo>
                <a:lnTo>
                  <a:pt x="136113" y="176618"/>
                </a:lnTo>
                <a:cubicBezTo>
                  <a:pt x="137681" y="177336"/>
                  <a:pt x="139380" y="177728"/>
                  <a:pt x="141078" y="177728"/>
                </a:cubicBezTo>
                <a:cubicBezTo>
                  <a:pt x="142777" y="177728"/>
                  <a:pt x="144508" y="177336"/>
                  <a:pt x="146043" y="176618"/>
                </a:cubicBezTo>
                <a:lnTo>
                  <a:pt x="152086" y="173776"/>
                </a:lnTo>
                <a:cubicBezTo>
                  <a:pt x="174102" y="163421"/>
                  <a:pt x="188148" y="141307"/>
                  <a:pt x="188148" y="117005"/>
                </a:cubicBezTo>
                <a:lnTo>
                  <a:pt x="188148" y="106846"/>
                </a:lnTo>
                <a:cubicBezTo>
                  <a:pt x="188148" y="102338"/>
                  <a:pt x="185274" y="98353"/>
                  <a:pt x="180995" y="96916"/>
                </a:cubicBezTo>
                <a:lnTo>
                  <a:pt x="144410" y="84732"/>
                </a:lnTo>
                <a:cubicBezTo>
                  <a:pt x="142254" y="84013"/>
                  <a:pt x="139935" y="84013"/>
                  <a:pt x="137812" y="8473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9490" y="1312856"/>
            <a:ext cx="75259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隐私模式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4272" y="1684971"/>
            <a:ext cx="5318321" cy="643885"/>
          </a:xfrm>
          <a:custGeom>
            <a:avLst/>
            <a:gdLst/>
            <a:ahLst/>
            <a:cxnLst/>
            <a:rect l="l" t="t" r="r" b="b"/>
            <a:pathLst>
              <a:path w="5318321" h="643885">
                <a:moveTo>
                  <a:pt x="66900" y="0"/>
                </a:moveTo>
                <a:lnTo>
                  <a:pt x="5251421" y="0"/>
                </a:lnTo>
                <a:cubicBezTo>
                  <a:pt x="5288369" y="0"/>
                  <a:pt x="5318321" y="29952"/>
                  <a:pt x="5318321" y="66900"/>
                </a:cubicBezTo>
                <a:lnTo>
                  <a:pt x="5318321" y="576985"/>
                </a:lnTo>
                <a:cubicBezTo>
                  <a:pt x="5318321" y="613933"/>
                  <a:pt x="5288369" y="643885"/>
                  <a:pt x="5251421" y="643885"/>
                </a:cubicBezTo>
                <a:lnTo>
                  <a:pt x="66900" y="643885"/>
                </a:lnTo>
                <a:cubicBezTo>
                  <a:pt x="29977" y="643885"/>
                  <a:pt x="0" y="613908"/>
                  <a:pt x="0" y="576985"/>
                </a:cubicBezTo>
                <a:lnTo>
                  <a:pt x="0" y="66900"/>
                </a:lnTo>
                <a:cubicBezTo>
                  <a:pt x="0" y="29977"/>
                  <a:pt x="29977" y="0"/>
                  <a:pt x="669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18798" y="1789498"/>
            <a:ext cx="517616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开启方式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8798" y="2057086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Settings → Privacy Mode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815" y="2458469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58535" y="117070"/>
                </a:moveTo>
                <a:cubicBezTo>
                  <a:pt x="90841" y="117070"/>
                  <a:pt x="117070" y="90841"/>
                  <a:pt x="117070" y="58535"/>
                </a:cubicBezTo>
                <a:cubicBezTo>
                  <a:pt x="117070" y="26229"/>
                  <a:pt x="90841" y="0"/>
                  <a:pt x="58535" y="0"/>
                </a:cubicBezTo>
                <a:cubicBezTo>
                  <a:pt x="26229" y="0"/>
                  <a:pt x="0" y="26229"/>
                  <a:pt x="0" y="58535"/>
                </a:cubicBezTo>
                <a:cubicBezTo>
                  <a:pt x="0" y="90841"/>
                  <a:pt x="26229" y="117070"/>
                  <a:pt x="58535" y="117070"/>
                </a:cubicBezTo>
                <a:close/>
                <a:moveTo>
                  <a:pt x="77833" y="48634"/>
                </a:moveTo>
                <a:lnTo>
                  <a:pt x="59541" y="77902"/>
                </a:lnTo>
                <a:cubicBezTo>
                  <a:pt x="58581" y="79434"/>
                  <a:pt x="56934" y="80394"/>
                  <a:pt x="55128" y="80486"/>
                </a:cubicBezTo>
                <a:cubicBezTo>
                  <a:pt x="53322" y="80577"/>
                  <a:pt x="51584" y="79754"/>
                  <a:pt x="50509" y="78291"/>
                </a:cubicBezTo>
                <a:lnTo>
                  <a:pt x="39534" y="63657"/>
                </a:lnTo>
                <a:cubicBezTo>
                  <a:pt x="37705" y="61233"/>
                  <a:pt x="38208" y="57803"/>
                  <a:pt x="40632" y="55974"/>
                </a:cubicBezTo>
                <a:cubicBezTo>
                  <a:pt x="43055" y="54145"/>
                  <a:pt x="46485" y="54648"/>
                  <a:pt x="48314" y="57072"/>
                </a:cubicBezTo>
                <a:lnTo>
                  <a:pt x="54488" y="65303"/>
                </a:lnTo>
                <a:lnTo>
                  <a:pt x="68527" y="42827"/>
                </a:lnTo>
                <a:cubicBezTo>
                  <a:pt x="70128" y="40266"/>
                  <a:pt x="73512" y="39465"/>
                  <a:pt x="76095" y="41089"/>
                </a:cubicBezTo>
                <a:cubicBezTo>
                  <a:pt x="78679" y="42712"/>
                  <a:pt x="79457" y="46073"/>
                  <a:pt x="77833" y="4865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04657" y="2433383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代码片段不会用于模型训练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6815" y="2692609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58535" y="117070"/>
                </a:moveTo>
                <a:cubicBezTo>
                  <a:pt x="90841" y="117070"/>
                  <a:pt x="117070" y="90841"/>
                  <a:pt x="117070" y="58535"/>
                </a:cubicBezTo>
                <a:cubicBezTo>
                  <a:pt x="117070" y="26229"/>
                  <a:pt x="90841" y="0"/>
                  <a:pt x="58535" y="0"/>
                </a:cubicBezTo>
                <a:cubicBezTo>
                  <a:pt x="26229" y="0"/>
                  <a:pt x="0" y="26229"/>
                  <a:pt x="0" y="58535"/>
                </a:cubicBezTo>
                <a:cubicBezTo>
                  <a:pt x="0" y="90841"/>
                  <a:pt x="26229" y="117070"/>
                  <a:pt x="58535" y="117070"/>
                </a:cubicBezTo>
                <a:close/>
                <a:moveTo>
                  <a:pt x="77833" y="48634"/>
                </a:moveTo>
                <a:lnTo>
                  <a:pt x="59541" y="77902"/>
                </a:lnTo>
                <a:cubicBezTo>
                  <a:pt x="58581" y="79434"/>
                  <a:pt x="56934" y="80394"/>
                  <a:pt x="55128" y="80486"/>
                </a:cubicBezTo>
                <a:cubicBezTo>
                  <a:pt x="53322" y="80577"/>
                  <a:pt x="51584" y="79754"/>
                  <a:pt x="50509" y="78291"/>
                </a:cubicBezTo>
                <a:lnTo>
                  <a:pt x="39534" y="63657"/>
                </a:lnTo>
                <a:cubicBezTo>
                  <a:pt x="37705" y="61233"/>
                  <a:pt x="38208" y="57803"/>
                  <a:pt x="40632" y="55974"/>
                </a:cubicBezTo>
                <a:cubicBezTo>
                  <a:pt x="43055" y="54145"/>
                  <a:pt x="46485" y="54648"/>
                  <a:pt x="48314" y="57072"/>
                </a:cubicBezTo>
                <a:lnTo>
                  <a:pt x="54488" y="65303"/>
                </a:lnTo>
                <a:lnTo>
                  <a:pt x="68527" y="42827"/>
                </a:lnTo>
                <a:cubicBezTo>
                  <a:pt x="70128" y="40266"/>
                  <a:pt x="73512" y="39465"/>
                  <a:pt x="76095" y="41089"/>
                </a:cubicBezTo>
                <a:cubicBezTo>
                  <a:pt x="78679" y="42712"/>
                  <a:pt x="79457" y="46073"/>
                  <a:pt x="77833" y="4865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04657" y="2667523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仅用于当前会话上下文推理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6815" y="2926749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58535" y="117070"/>
                </a:moveTo>
                <a:cubicBezTo>
                  <a:pt x="90841" y="117070"/>
                  <a:pt x="117070" y="90841"/>
                  <a:pt x="117070" y="58535"/>
                </a:cubicBezTo>
                <a:cubicBezTo>
                  <a:pt x="117070" y="26229"/>
                  <a:pt x="90841" y="0"/>
                  <a:pt x="58535" y="0"/>
                </a:cubicBezTo>
                <a:cubicBezTo>
                  <a:pt x="26229" y="0"/>
                  <a:pt x="0" y="26229"/>
                  <a:pt x="0" y="58535"/>
                </a:cubicBezTo>
                <a:cubicBezTo>
                  <a:pt x="0" y="90841"/>
                  <a:pt x="26229" y="117070"/>
                  <a:pt x="58535" y="117070"/>
                </a:cubicBezTo>
                <a:close/>
                <a:moveTo>
                  <a:pt x="77833" y="48634"/>
                </a:moveTo>
                <a:lnTo>
                  <a:pt x="59541" y="77902"/>
                </a:lnTo>
                <a:cubicBezTo>
                  <a:pt x="58581" y="79434"/>
                  <a:pt x="56934" y="80394"/>
                  <a:pt x="55128" y="80486"/>
                </a:cubicBezTo>
                <a:cubicBezTo>
                  <a:pt x="53322" y="80577"/>
                  <a:pt x="51584" y="79754"/>
                  <a:pt x="50509" y="78291"/>
                </a:cubicBezTo>
                <a:lnTo>
                  <a:pt x="39534" y="63657"/>
                </a:lnTo>
                <a:cubicBezTo>
                  <a:pt x="37705" y="61233"/>
                  <a:pt x="38208" y="57803"/>
                  <a:pt x="40632" y="55974"/>
                </a:cubicBezTo>
                <a:cubicBezTo>
                  <a:pt x="43055" y="54145"/>
                  <a:pt x="46485" y="54648"/>
                  <a:pt x="48314" y="57072"/>
                </a:cubicBezTo>
                <a:lnTo>
                  <a:pt x="54488" y="65303"/>
                </a:lnTo>
                <a:lnTo>
                  <a:pt x="68527" y="42827"/>
                </a:lnTo>
                <a:cubicBezTo>
                  <a:pt x="70128" y="40266"/>
                  <a:pt x="73512" y="39465"/>
                  <a:pt x="76095" y="41089"/>
                </a:cubicBezTo>
                <a:cubicBezTo>
                  <a:pt x="78679" y="42712"/>
                  <a:pt x="79457" y="46073"/>
                  <a:pt x="77833" y="4865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04657" y="2901663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适合企业用户和敏感代码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667" y="3361466"/>
            <a:ext cx="5669531" cy="1981827"/>
          </a:xfrm>
          <a:custGeom>
            <a:avLst/>
            <a:gdLst/>
            <a:ahLst/>
            <a:cxnLst/>
            <a:rect l="l" t="t" r="r" b="b"/>
            <a:pathLst>
              <a:path w="5669531" h="1981827">
                <a:moveTo>
                  <a:pt x="100340" y="0"/>
                </a:moveTo>
                <a:lnTo>
                  <a:pt x="5569191" y="0"/>
                </a:lnTo>
                <a:cubicBezTo>
                  <a:pt x="5624607" y="0"/>
                  <a:pt x="5669531" y="44924"/>
                  <a:pt x="5669531" y="100340"/>
                </a:cubicBezTo>
                <a:lnTo>
                  <a:pt x="5669531" y="1881487"/>
                </a:lnTo>
                <a:cubicBezTo>
                  <a:pt x="5669531" y="1936903"/>
                  <a:pt x="5624607" y="1981827"/>
                  <a:pt x="5569191" y="1981827"/>
                </a:cubicBezTo>
                <a:lnTo>
                  <a:pt x="100340" y="1981827"/>
                </a:lnTo>
                <a:cubicBezTo>
                  <a:pt x="44924" y="1981827"/>
                  <a:pt x="0" y="1936903"/>
                  <a:pt x="0" y="1881487"/>
                </a:cubicBezTo>
                <a:lnTo>
                  <a:pt x="0" y="100340"/>
                </a:lnTo>
                <a:cubicBezTo>
                  <a:pt x="0" y="44961"/>
                  <a:pt x="44961" y="0"/>
                  <a:pt x="10034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0996" y="3566338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0453" y="20905"/>
                </a:moveTo>
                <a:cubicBezTo>
                  <a:pt x="4671" y="20905"/>
                  <a:pt x="0" y="25576"/>
                  <a:pt x="0" y="31358"/>
                </a:cubicBezTo>
                <a:cubicBezTo>
                  <a:pt x="0" y="37140"/>
                  <a:pt x="4671" y="41811"/>
                  <a:pt x="10453" y="41811"/>
                </a:cubicBezTo>
                <a:lnTo>
                  <a:pt x="38773" y="41811"/>
                </a:lnTo>
                <a:cubicBezTo>
                  <a:pt x="42791" y="51055"/>
                  <a:pt x="52002" y="57490"/>
                  <a:pt x="62716" y="57490"/>
                </a:cubicBezTo>
                <a:cubicBezTo>
                  <a:pt x="73430" y="57490"/>
                  <a:pt x="82641" y="51055"/>
                  <a:pt x="86659" y="41811"/>
                </a:cubicBezTo>
                <a:lnTo>
                  <a:pt x="156790" y="41811"/>
                </a:lnTo>
                <a:cubicBezTo>
                  <a:pt x="162572" y="41811"/>
                  <a:pt x="167243" y="37140"/>
                  <a:pt x="167243" y="31358"/>
                </a:cubicBezTo>
                <a:cubicBezTo>
                  <a:pt x="167243" y="25576"/>
                  <a:pt x="162572" y="20905"/>
                  <a:pt x="156790" y="20905"/>
                </a:cubicBezTo>
                <a:lnTo>
                  <a:pt x="86659" y="20905"/>
                </a:lnTo>
                <a:cubicBezTo>
                  <a:pt x="82641" y="11661"/>
                  <a:pt x="73430" y="5226"/>
                  <a:pt x="62716" y="5226"/>
                </a:cubicBezTo>
                <a:cubicBezTo>
                  <a:pt x="52002" y="5226"/>
                  <a:pt x="42791" y="11661"/>
                  <a:pt x="38773" y="20905"/>
                </a:cubicBezTo>
                <a:lnTo>
                  <a:pt x="10453" y="20905"/>
                </a:lnTo>
                <a:close/>
                <a:moveTo>
                  <a:pt x="10453" y="73169"/>
                </a:moveTo>
                <a:cubicBezTo>
                  <a:pt x="4671" y="73169"/>
                  <a:pt x="0" y="77840"/>
                  <a:pt x="0" y="83621"/>
                </a:cubicBezTo>
                <a:cubicBezTo>
                  <a:pt x="0" y="89403"/>
                  <a:pt x="4671" y="94074"/>
                  <a:pt x="10453" y="94074"/>
                </a:cubicBezTo>
                <a:lnTo>
                  <a:pt x="91036" y="94074"/>
                </a:lnTo>
                <a:cubicBezTo>
                  <a:pt x="95054" y="103318"/>
                  <a:pt x="104265" y="109753"/>
                  <a:pt x="114979" y="109753"/>
                </a:cubicBezTo>
                <a:cubicBezTo>
                  <a:pt x="125693" y="109753"/>
                  <a:pt x="134905" y="103318"/>
                  <a:pt x="138923" y="94074"/>
                </a:cubicBezTo>
                <a:lnTo>
                  <a:pt x="156790" y="94074"/>
                </a:lnTo>
                <a:cubicBezTo>
                  <a:pt x="162572" y="94074"/>
                  <a:pt x="167243" y="89403"/>
                  <a:pt x="167243" y="83621"/>
                </a:cubicBezTo>
                <a:cubicBezTo>
                  <a:pt x="167243" y="77840"/>
                  <a:pt x="162572" y="73169"/>
                  <a:pt x="156790" y="73169"/>
                </a:cubicBezTo>
                <a:lnTo>
                  <a:pt x="138923" y="73169"/>
                </a:lnTo>
                <a:cubicBezTo>
                  <a:pt x="134905" y="63925"/>
                  <a:pt x="125693" y="57490"/>
                  <a:pt x="114979" y="57490"/>
                </a:cubicBezTo>
                <a:cubicBezTo>
                  <a:pt x="104265" y="57490"/>
                  <a:pt x="95054" y="63925"/>
                  <a:pt x="91036" y="73169"/>
                </a:cubicBezTo>
                <a:lnTo>
                  <a:pt x="10453" y="73169"/>
                </a:lnTo>
                <a:close/>
                <a:moveTo>
                  <a:pt x="10453" y="125432"/>
                </a:moveTo>
                <a:cubicBezTo>
                  <a:pt x="4671" y="125432"/>
                  <a:pt x="0" y="130103"/>
                  <a:pt x="0" y="135885"/>
                </a:cubicBezTo>
                <a:cubicBezTo>
                  <a:pt x="0" y="141666"/>
                  <a:pt x="4671" y="146337"/>
                  <a:pt x="10453" y="146337"/>
                </a:cubicBezTo>
                <a:lnTo>
                  <a:pt x="28320" y="146337"/>
                </a:lnTo>
                <a:cubicBezTo>
                  <a:pt x="32338" y="155582"/>
                  <a:pt x="41549" y="162016"/>
                  <a:pt x="52263" y="162016"/>
                </a:cubicBezTo>
                <a:cubicBezTo>
                  <a:pt x="62977" y="162016"/>
                  <a:pt x="72189" y="155582"/>
                  <a:pt x="76207" y="146337"/>
                </a:cubicBezTo>
                <a:lnTo>
                  <a:pt x="156790" y="146337"/>
                </a:lnTo>
                <a:cubicBezTo>
                  <a:pt x="162572" y="146337"/>
                  <a:pt x="167243" y="141666"/>
                  <a:pt x="167243" y="135885"/>
                </a:cubicBezTo>
                <a:cubicBezTo>
                  <a:pt x="167243" y="130103"/>
                  <a:pt x="162572" y="125432"/>
                  <a:pt x="156790" y="125432"/>
                </a:cubicBezTo>
                <a:lnTo>
                  <a:pt x="76207" y="125432"/>
                </a:lnTo>
                <a:cubicBezTo>
                  <a:pt x="72189" y="116188"/>
                  <a:pt x="62977" y="109753"/>
                  <a:pt x="52263" y="109753"/>
                </a:cubicBezTo>
                <a:cubicBezTo>
                  <a:pt x="41549" y="109753"/>
                  <a:pt x="32338" y="116188"/>
                  <a:pt x="28320" y="125432"/>
                </a:cubicBezTo>
                <a:lnTo>
                  <a:pt x="10453" y="12543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19490" y="3532889"/>
            <a:ext cx="1087078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模型选择策略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0091" y="390082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80123" y="3976083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82498" y="274"/>
                </a:moveTo>
                <a:cubicBezTo>
                  <a:pt x="78611" y="-846"/>
                  <a:pt x="74564" y="1418"/>
                  <a:pt x="73443" y="5305"/>
                </a:cubicBezTo>
                <a:lnTo>
                  <a:pt x="44176" y="107741"/>
                </a:lnTo>
                <a:cubicBezTo>
                  <a:pt x="43055" y="111628"/>
                  <a:pt x="45319" y="115675"/>
                  <a:pt x="49206" y="116796"/>
                </a:cubicBezTo>
                <a:cubicBezTo>
                  <a:pt x="53093" y="117916"/>
                  <a:pt x="57140" y="115652"/>
                  <a:pt x="58261" y="111765"/>
                </a:cubicBezTo>
                <a:lnTo>
                  <a:pt x="87528" y="9329"/>
                </a:lnTo>
                <a:cubicBezTo>
                  <a:pt x="88648" y="5442"/>
                  <a:pt x="86385" y="1395"/>
                  <a:pt x="82498" y="274"/>
                </a:cubicBezTo>
                <a:close/>
                <a:moveTo>
                  <a:pt x="97269" y="31394"/>
                </a:moveTo>
                <a:cubicBezTo>
                  <a:pt x="94411" y="34252"/>
                  <a:pt x="94411" y="38894"/>
                  <a:pt x="97269" y="41752"/>
                </a:cubicBezTo>
                <a:lnTo>
                  <a:pt x="114052" y="58535"/>
                </a:lnTo>
                <a:lnTo>
                  <a:pt x="97269" y="75318"/>
                </a:lnTo>
                <a:cubicBezTo>
                  <a:pt x="94411" y="78176"/>
                  <a:pt x="94411" y="82818"/>
                  <a:pt x="97269" y="85676"/>
                </a:cubicBezTo>
                <a:cubicBezTo>
                  <a:pt x="100127" y="88534"/>
                  <a:pt x="104768" y="88534"/>
                  <a:pt x="107627" y="85676"/>
                </a:cubicBezTo>
                <a:lnTo>
                  <a:pt x="129577" y="63725"/>
                </a:lnTo>
                <a:cubicBezTo>
                  <a:pt x="132435" y="60867"/>
                  <a:pt x="132435" y="56226"/>
                  <a:pt x="129577" y="53367"/>
                </a:cubicBezTo>
                <a:lnTo>
                  <a:pt x="107627" y="31417"/>
                </a:lnTo>
                <a:cubicBezTo>
                  <a:pt x="104768" y="28559"/>
                  <a:pt x="100127" y="28559"/>
                  <a:pt x="97269" y="31417"/>
                </a:cubicBezTo>
                <a:close/>
                <a:moveTo>
                  <a:pt x="34458" y="31394"/>
                </a:moveTo>
                <a:cubicBezTo>
                  <a:pt x="31600" y="28536"/>
                  <a:pt x="26958" y="28536"/>
                  <a:pt x="24100" y="31394"/>
                </a:cubicBezTo>
                <a:lnTo>
                  <a:pt x="2149" y="53345"/>
                </a:lnTo>
                <a:cubicBezTo>
                  <a:pt x="-709" y="56203"/>
                  <a:pt x="-709" y="60844"/>
                  <a:pt x="2149" y="63703"/>
                </a:cubicBezTo>
                <a:lnTo>
                  <a:pt x="24100" y="85653"/>
                </a:lnTo>
                <a:cubicBezTo>
                  <a:pt x="26958" y="88511"/>
                  <a:pt x="31600" y="88511"/>
                  <a:pt x="34458" y="85653"/>
                </a:cubicBezTo>
                <a:cubicBezTo>
                  <a:pt x="37316" y="82795"/>
                  <a:pt x="37316" y="78153"/>
                  <a:pt x="34458" y="75295"/>
                </a:cubicBezTo>
                <a:lnTo>
                  <a:pt x="17675" y="58535"/>
                </a:lnTo>
                <a:lnTo>
                  <a:pt x="34435" y="41752"/>
                </a:lnTo>
                <a:cubicBezTo>
                  <a:pt x="37293" y="38894"/>
                  <a:pt x="37293" y="34252"/>
                  <a:pt x="34435" y="3139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8025" y="3900824"/>
            <a:ext cx="199855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日常编码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8025" y="4101515"/>
            <a:ext cx="199018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3.5 Sonnet，平衡速度与质量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0091" y="4352379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87440" y="4427638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43901" y="14634"/>
                </a:moveTo>
                <a:cubicBezTo>
                  <a:pt x="43901" y="10587"/>
                  <a:pt x="47171" y="7317"/>
                  <a:pt x="51218" y="7317"/>
                </a:cubicBezTo>
                <a:lnTo>
                  <a:pt x="65852" y="7317"/>
                </a:lnTo>
                <a:cubicBezTo>
                  <a:pt x="69899" y="7317"/>
                  <a:pt x="73169" y="10587"/>
                  <a:pt x="73169" y="14634"/>
                </a:cubicBezTo>
                <a:lnTo>
                  <a:pt x="73169" y="29267"/>
                </a:lnTo>
                <a:cubicBezTo>
                  <a:pt x="73169" y="33315"/>
                  <a:pt x="69899" y="36584"/>
                  <a:pt x="65852" y="36584"/>
                </a:cubicBezTo>
                <a:lnTo>
                  <a:pt x="64023" y="36584"/>
                </a:lnTo>
                <a:lnTo>
                  <a:pt x="64023" y="51218"/>
                </a:lnTo>
                <a:lnTo>
                  <a:pt x="91461" y="51218"/>
                </a:lnTo>
                <a:cubicBezTo>
                  <a:pt x="100561" y="51218"/>
                  <a:pt x="107924" y="58581"/>
                  <a:pt x="107924" y="67681"/>
                </a:cubicBezTo>
                <a:lnTo>
                  <a:pt x="107924" y="80486"/>
                </a:lnTo>
                <a:lnTo>
                  <a:pt x="109753" y="80486"/>
                </a:lnTo>
                <a:cubicBezTo>
                  <a:pt x="113800" y="80486"/>
                  <a:pt x="117070" y="83755"/>
                  <a:pt x="117070" y="87802"/>
                </a:cubicBezTo>
                <a:lnTo>
                  <a:pt x="117070" y="102436"/>
                </a:lnTo>
                <a:cubicBezTo>
                  <a:pt x="117070" y="106483"/>
                  <a:pt x="113800" y="109753"/>
                  <a:pt x="109753" y="109753"/>
                </a:cubicBezTo>
                <a:lnTo>
                  <a:pt x="95119" y="109753"/>
                </a:lnTo>
                <a:cubicBezTo>
                  <a:pt x="91072" y="109753"/>
                  <a:pt x="87802" y="106483"/>
                  <a:pt x="87802" y="102436"/>
                </a:cubicBezTo>
                <a:lnTo>
                  <a:pt x="87802" y="87802"/>
                </a:lnTo>
                <a:cubicBezTo>
                  <a:pt x="87802" y="83755"/>
                  <a:pt x="91072" y="80486"/>
                  <a:pt x="95119" y="80486"/>
                </a:cubicBezTo>
                <a:lnTo>
                  <a:pt x="96949" y="80486"/>
                </a:lnTo>
                <a:lnTo>
                  <a:pt x="96949" y="67681"/>
                </a:lnTo>
                <a:cubicBezTo>
                  <a:pt x="96949" y="64640"/>
                  <a:pt x="94502" y="62193"/>
                  <a:pt x="91461" y="62193"/>
                </a:cubicBezTo>
                <a:lnTo>
                  <a:pt x="64023" y="62193"/>
                </a:lnTo>
                <a:lnTo>
                  <a:pt x="64023" y="80486"/>
                </a:lnTo>
                <a:lnTo>
                  <a:pt x="65852" y="80486"/>
                </a:lnTo>
                <a:cubicBezTo>
                  <a:pt x="69899" y="80486"/>
                  <a:pt x="73169" y="83755"/>
                  <a:pt x="73169" y="87802"/>
                </a:cubicBezTo>
                <a:lnTo>
                  <a:pt x="73169" y="102436"/>
                </a:lnTo>
                <a:cubicBezTo>
                  <a:pt x="73169" y="106483"/>
                  <a:pt x="69899" y="109753"/>
                  <a:pt x="65852" y="109753"/>
                </a:cubicBezTo>
                <a:lnTo>
                  <a:pt x="51218" y="109753"/>
                </a:lnTo>
                <a:cubicBezTo>
                  <a:pt x="47171" y="109753"/>
                  <a:pt x="43901" y="106483"/>
                  <a:pt x="43901" y="102436"/>
                </a:cubicBezTo>
                <a:lnTo>
                  <a:pt x="43901" y="87802"/>
                </a:lnTo>
                <a:cubicBezTo>
                  <a:pt x="43901" y="83755"/>
                  <a:pt x="47171" y="80486"/>
                  <a:pt x="51218" y="80486"/>
                </a:cubicBezTo>
                <a:lnTo>
                  <a:pt x="53047" y="80486"/>
                </a:lnTo>
                <a:lnTo>
                  <a:pt x="53047" y="62193"/>
                </a:lnTo>
                <a:lnTo>
                  <a:pt x="25609" y="62193"/>
                </a:lnTo>
                <a:cubicBezTo>
                  <a:pt x="22568" y="62193"/>
                  <a:pt x="20121" y="64640"/>
                  <a:pt x="20121" y="67681"/>
                </a:cubicBezTo>
                <a:lnTo>
                  <a:pt x="20121" y="80486"/>
                </a:lnTo>
                <a:lnTo>
                  <a:pt x="21951" y="80486"/>
                </a:lnTo>
                <a:cubicBezTo>
                  <a:pt x="25998" y="80486"/>
                  <a:pt x="29267" y="83755"/>
                  <a:pt x="29267" y="87802"/>
                </a:cubicBezTo>
                <a:lnTo>
                  <a:pt x="29267" y="102436"/>
                </a:lnTo>
                <a:cubicBezTo>
                  <a:pt x="29267" y="106483"/>
                  <a:pt x="25998" y="109753"/>
                  <a:pt x="21951" y="109753"/>
                </a:cubicBezTo>
                <a:lnTo>
                  <a:pt x="7317" y="109753"/>
                </a:lnTo>
                <a:cubicBezTo>
                  <a:pt x="3270" y="109753"/>
                  <a:pt x="0" y="106483"/>
                  <a:pt x="0" y="102436"/>
                </a:cubicBezTo>
                <a:lnTo>
                  <a:pt x="0" y="87802"/>
                </a:lnTo>
                <a:cubicBezTo>
                  <a:pt x="0" y="83755"/>
                  <a:pt x="3270" y="80486"/>
                  <a:pt x="7317" y="80486"/>
                </a:cubicBezTo>
                <a:lnTo>
                  <a:pt x="9146" y="80486"/>
                </a:lnTo>
                <a:lnTo>
                  <a:pt x="9146" y="67681"/>
                </a:lnTo>
                <a:cubicBezTo>
                  <a:pt x="9146" y="58581"/>
                  <a:pt x="16509" y="51218"/>
                  <a:pt x="25609" y="51218"/>
                </a:cubicBezTo>
                <a:lnTo>
                  <a:pt x="53047" y="51218"/>
                </a:lnTo>
                <a:lnTo>
                  <a:pt x="53047" y="36584"/>
                </a:lnTo>
                <a:lnTo>
                  <a:pt x="51218" y="36584"/>
                </a:lnTo>
                <a:cubicBezTo>
                  <a:pt x="47171" y="36584"/>
                  <a:pt x="43901" y="33315"/>
                  <a:pt x="43901" y="29267"/>
                </a:cubicBezTo>
                <a:lnTo>
                  <a:pt x="43901" y="14634"/>
                </a:lnTo>
                <a:close/>
              </a:path>
            </a:pathLst>
          </a:cu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8025" y="4352379"/>
            <a:ext cx="130449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复杂架构设计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8025" y="4553071"/>
            <a:ext cx="129613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GPT-4o，综合能力最强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0091" y="4803935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80123" y="4879194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36584" y="0"/>
                </a:moveTo>
                <a:cubicBezTo>
                  <a:pt x="40632" y="0"/>
                  <a:pt x="43901" y="3270"/>
                  <a:pt x="43901" y="7317"/>
                </a:cubicBezTo>
                <a:lnTo>
                  <a:pt x="43901" y="14634"/>
                </a:lnTo>
                <a:lnTo>
                  <a:pt x="73169" y="14634"/>
                </a:lnTo>
                <a:cubicBezTo>
                  <a:pt x="77216" y="14634"/>
                  <a:pt x="80486" y="17903"/>
                  <a:pt x="80486" y="21951"/>
                </a:cubicBezTo>
                <a:cubicBezTo>
                  <a:pt x="80486" y="25998"/>
                  <a:pt x="77216" y="29267"/>
                  <a:pt x="73169" y="29267"/>
                </a:cubicBezTo>
                <a:lnTo>
                  <a:pt x="70974" y="29267"/>
                </a:lnTo>
                <a:lnTo>
                  <a:pt x="69053" y="34549"/>
                </a:lnTo>
                <a:cubicBezTo>
                  <a:pt x="65303" y="44884"/>
                  <a:pt x="59655" y="54328"/>
                  <a:pt x="52544" y="62445"/>
                </a:cubicBezTo>
                <a:cubicBezTo>
                  <a:pt x="55791" y="64457"/>
                  <a:pt x="59175" y="66241"/>
                  <a:pt x="62696" y="67818"/>
                </a:cubicBezTo>
                <a:lnTo>
                  <a:pt x="74221" y="72940"/>
                </a:lnTo>
                <a:lnTo>
                  <a:pt x="88443" y="40929"/>
                </a:lnTo>
                <a:cubicBezTo>
                  <a:pt x="89609" y="38276"/>
                  <a:pt x="92238" y="36584"/>
                  <a:pt x="95119" y="36584"/>
                </a:cubicBezTo>
                <a:cubicBezTo>
                  <a:pt x="98000" y="36584"/>
                  <a:pt x="100630" y="38276"/>
                  <a:pt x="101796" y="40929"/>
                </a:cubicBezTo>
                <a:lnTo>
                  <a:pt x="131063" y="106781"/>
                </a:lnTo>
                <a:cubicBezTo>
                  <a:pt x="132710" y="110485"/>
                  <a:pt x="131041" y="114806"/>
                  <a:pt x="127359" y="116430"/>
                </a:cubicBezTo>
                <a:cubicBezTo>
                  <a:pt x="123678" y="118053"/>
                  <a:pt x="119334" y="116407"/>
                  <a:pt x="117710" y="112726"/>
                </a:cubicBezTo>
                <a:lnTo>
                  <a:pt x="113137" y="102436"/>
                </a:lnTo>
                <a:lnTo>
                  <a:pt x="77124" y="102436"/>
                </a:lnTo>
                <a:lnTo>
                  <a:pt x="72551" y="112726"/>
                </a:lnTo>
                <a:cubicBezTo>
                  <a:pt x="70905" y="116430"/>
                  <a:pt x="66584" y="118076"/>
                  <a:pt x="62902" y="116430"/>
                </a:cubicBezTo>
                <a:cubicBezTo>
                  <a:pt x="59221" y="114783"/>
                  <a:pt x="57552" y="110462"/>
                  <a:pt x="59198" y="106781"/>
                </a:cubicBezTo>
                <a:lnTo>
                  <a:pt x="68298" y="86316"/>
                </a:lnTo>
                <a:lnTo>
                  <a:pt x="56774" y="81194"/>
                </a:lnTo>
                <a:cubicBezTo>
                  <a:pt x="51515" y="78862"/>
                  <a:pt x="46485" y="76073"/>
                  <a:pt x="41729" y="72871"/>
                </a:cubicBezTo>
                <a:cubicBezTo>
                  <a:pt x="36859" y="76804"/>
                  <a:pt x="31531" y="80234"/>
                  <a:pt x="25838" y="83092"/>
                </a:cubicBezTo>
                <a:lnTo>
                  <a:pt x="17903" y="87025"/>
                </a:lnTo>
                <a:cubicBezTo>
                  <a:pt x="14291" y="88831"/>
                  <a:pt x="9901" y="87368"/>
                  <a:pt x="8094" y="83755"/>
                </a:cubicBezTo>
                <a:cubicBezTo>
                  <a:pt x="6288" y="80143"/>
                  <a:pt x="7751" y="75752"/>
                  <a:pt x="11364" y="73946"/>
                </a:cubicBezTo>
                <a:lnTo>
                  <a:pt x="19253" y="69990"/>
                </a:lnTo>
                <a:cubicBezTo>
                  <a:pt x="22980" y="68116"/>
                  <a:pt x="26524" y="65943"/>
                  <a:pt x="29862" y="63520"/>
                </a:cubicBezTo>
                <a:cubicBezTo>
                  <a:pt x="26707" y="60616"/>
                  <a:pt x="23734" y="57483"/>
                  <a:pt x="20967" y="54168"/>
                </a:cubicBezTo>
                <a:lnTo>
                  <a:pt x="18658" y="51378"/>
                </a:lnTo>
                <a:cubicBezTo>
                  <a:pt x="16074" y="48268"/>
                  <a:pt x="16486" y="43650"/>
                  <a:pt x="19595" y="41066"/>
                </a:cubicBezTo>
                <a:cubicBezTo>
                  <a:pt x="22705" y="38482"/>
                  <a:pt x="27324" y="38894"/>
                  <a:pt x="29908" y="42003"/>
                </a:cubicBezTo>
                <a:lnTo>
                  <a:pt x="32240" y="44793"/>
                </a:lnTo>
                <a:cubicBezTo>
                  <a:pt x="34869" y="47971"/>
                  <a:pt x="37750" y="50921"/>
                  <a:pt x="40792" y="53642"/>
                </a:cubicBezTo>
                <a:cubicBezTo>
                  <a:pt x="47080" y="46691"/>
                  <a:pt x="52041" y="38528"/>
                  <a:pt x="55311" y="29542"/>
                </a:cubicBezTo>
                <a:lnTo>
                  <a:pt x="55425" y="29267"/>
                </a:lnTo>
                <a:lnTo>
                  <a:pt x="7340" y="29267"/>
                </a:lnTo>
                <a:cubicBezTo>
                  <a:pt x="3270" y="29267"/>
                  <a:pt x="0" y="25998"/>
                  <a:pt x="0" y="21951"/>
                </a:cubicBezTo>
                <a:cubicBezTo>
                  <a:pt x="0" y="17903"/>
                  <a:pt x="3270" y="14634"/>
                  <a:pt x="7317" y="14634"/>
                </a:cubicBezTo>
                <a:lnTo>
                  <a:pt x="29267" y="14634"/>
                </a:lnTo>
                <a:lnTo>
                  <a:pt x="29267" y="7317"/>
                </a:lnTo>
                <a:cubicBezTo>
                  <a:pt x="29267" y="3270"/>
                  <a:pt x="32537" y="0"/>
                  <a:pt x="36584" y="0"/>
                </a:cubicBezTo>
                <a:close/>
                <a:moveTo>
                  <a:pt x="95119" y="61919"/>
                </a:moveTo>
                <a:lnTo>
                  <a:pt x="83618" y="87802"/>
                </a:lnTo>
                <a:lnTo>
                  <a:pt x="106621" y="87802"/>
                </a:lnTo>
                <a:lnTo>
                  <a:pt x="95119" y="61919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8025" y="4803935"/>
            <a:ext cx="13964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中文文档/注释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8025" y="5004626"/>
            <a:ext cx="138811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 V3 或 Doubao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8667" y="5443409"/>
            <a:ext cx="5669531" cy="1346305"/>
          </a:xfrm>
          <a:custGeom>
            <a:avLst/>
            <a:gdLst/>
            <a:ahLst/>
            <a:cxnLst/>
            <a:rect l="l" t="t" r="r" b="b"/>
            <a:pathLst>
              <a:path w="5669531" h="1346305">
                <a:moveTo>
                  <a:pt x="100340" y="0"/>
                </a:moveTo>
                <a:lnTo>
                  <a:pt x="5569191" y="0"/>
                </a:lnTo>
                <a:cubicBezTo>
                  <a:pt x="5624607" y="0"/>
                  <a:pt x="5669531" y="44924"/>
                  <a:pt x="5669531" y="100340"/>
                </a:cubicBezTo>
                <a:lnTo>
                  <a:pt x="5669531" y="1245964"/>
                </a:lnTo>
                <a:cubicBezTo>
                  <a:pt x="5669531" y="1301381"/>
                  <a:pt x="5624607" y="1346305"/>
                  <a:pt x="5569191" y="1346305"/>
                </a:cubicBezTo>
                <a:lnTo>
                  <a:pt x="100340" y="1346305"/>
                </a:lnTo>
                <a:cubicBezTo>
                  <a:pt x="44924" y="1346305"/>
                  <a:pt x="0" y="1301381"/>
                  <a:pt x="0" y="1245964"/>
                </a:cubicBezTo>
                <a:lnTo>
                  <a:pt x="0" y="100340"/>
                </a:lnTo>
                <a:cubicBezTo>
                  <a:pt x="0" y="44924"/>
                  <a:pt x="44924" y="0"/>
                  <a:pt x="10034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0996" y="5627262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73169" y="0"/>
                </a:moveTo>
                <a:cubicBezTo>
                  <a:pt x="84699" y="0"/>
                  <a:pt x="94074" y="7023"/>
                  <a:pt x="94074" y="15679"/>
                </a:cubicBezTo>
                <a:cubicBezTo>
                  <a:pt x="94074" y="19076"/>
                  <a:pt x="92637" y="22212"/>
                  <a:pt x="90154" y="24792"/>
                </a:cubicBezTo>
                <a:cubicBezTo>
                  <a:pt x="87998" y="27046"/>
                  <a:pt x="86235" y="29790"/>
                  <a:pt x="86235" y="32926"/>
                </a:cubicBezTo>
                <a:cubicBezTo>
                  <a:pt x="86235" y="37826"/>
                  <a:pt x="90220" y="41811"/>
                  <a:pt x="95119" y="41811"/>
                </a:cubicBezTo>
                <a:lnTo>
                  <a:pt x="109753" y="41811"/>
                </a:lnTo>
                <a:cubicBezTo>
                  <a:pt x="118409" y="41811"/>
                  <a:pt x="125432" y="48834"/>
                  <a:pt x="125432" y="57490"/>
                </a:cubicBezTo>
                <a:lnTo>
                  <a:pt x="125432" y="72123"/>
                </a:lnTo>
                <a:cubicBezTo>
                  <a:pt x="125432" y="77023"/>
                  <a:pt x="129417" y="81008"/>
                  <a:pt x="134317" y="81008"/>
                </a:cubicBezTo>
                <a:cubicBezTo>
                  <a:pt x="137420" y="81008"/>
                  <a:pt x="140197" y="79244"/>
                  <a:pt x="142450" y="77088"/>
                </a:cubicBezTo>
                <a:cubicBezTo>
                  <a:pt x="145031" y="74639"/>
                  <a:pt x="148167" y="73169"/>
                  <a:pt x="151564" y="73169"/>
                </a:cubicBezTo>
                <a:cubicBezTo>
                  <a:pt x="160220" y="73169"/>
                  <a:pt x="167243" y="82543"/>
                  <a:pt x="167243" y="94074"/>
                </a:cubicBezTo>
                <a:cubicBezTo>
                  <a:pt x="167243" y="105605"/>
                  <a:pt x="160220" y="114979"/>
                  <a:pt x="151564" y="114979"/>
                </a:cubicBezTo>
                <a:cubicBezTo>
                  <a:pt x="148167" y="114979"/>
                  <a:pt x="144998" y="113542"/>
                  <a:pt x="142450" y="111060"/>
                </a:cubicBezTo>
                <a:cubicBezTo>
                  <a:pt x="140197" y="108904"/>
                  <a:pt x="137453" y="107140"/>
                  <a:pt x="134317" y="107140"/>
                </a:cubicBezTo>
                <a:cubicBezTo>
                  <a:pt x="129417" y="107140"/>
                  <a:pt x="125432" y="111125"/>
                  <a:pt x="125432" y="116025"/>
                </a:cubicBezTo>
                <a:lnTo>
                  <a:pt x="125432" y="151564"/>
                </a:lnTo>
                <a:cubicBezTo>
                  <a:pt x="125432" y="160220"/>
                  <a:pt x="118409" y="167243"/>
                  <a:pt x="109753" y="167243"/>
                </a:cubicBezTo>
                <a:lnTo>
                  <a:pt x="91200" y="167243"/>
                </a:lnTo>
                <a:cubicBezTo>
                  <a:pt x="87019" y="167243"/>
                  <a:pt x="83621" y="163846"/>
                  <a:pt x="83621" y="159665"/>
                </a:cubicBezTo>
                <a:cubicBezTo>
                  <a:pt x="83621" y="156659"/>
                  <a:pt x="85516" y="154014"/>
                  <a:pt x="87933" y="152217"/>
                </a:cubicBezTo>
                <a:cubicBezTo>
                  <a:pt x="91722" y="149375"/>
                  <a:pt x="94074" y="145456"/>
                  <a:pt x="94074" y="141111"/>
                </a:cubicBezTo>
                <a:cubicBezTo>
                  <a:pt x="94074" y="132455"/>
                  <a:pt x="84699" y="125432"/>
                  <a:pt x="73169" y="125432"/>
                </a:cubicBezTo>
                <a:cubicBezTo>
                  <a:pt x="61638" y="125432"/>
                  <a:pt x="52263" y="132455"/>
                  <a:pt x="52263" y="141111"/>
                </a:cubicBezTo>
                <a:cubicBezTo>
                  <a:pt x="52263" y="145456"/>
                  <a:pt x="54615" y="149375"/>
                  <a:pt x="58404" y="152217"/>
                </a:cubicBezTo>
                <a:cubicBezTo>
                  <a:pt x="60822" y="154014"/>
                  <a:pt x="62716" y="156627"/>
                  <a:pt x="62716" y="159665"/>
                </a:cubicBezTo>
                <a:cubicBezTo>
                  <a:pt x="62716" y="163846"/>
                  <a:pt x="59319" y="167243"/>
                  <a:pt x="55138" y="167243"/>
                </a:cubicBezTo>
                <a:lnTo>
                  <a:pt x="15679" y="167243"/>
                </a:lnTo>
                <a:cubicBezTo>
                  <a:pt x="7023" y="167243"/>
                  <a:pt x="0" y="160220"/>
                  <a:pt x="0" y="151564"/>
                </a:cubicBezTo>
                <a:lnTo>
                  <a:pt x="0" y="112105"/>
                </a:lnTo>
                <a:cubicBezTo>
                  <a:pt x="0" y="107924"/>
                  <a:pt x="3397" y="104527"/>
                  <a:pt x="7578" y="104527"/>
                </a:cubicBezTo>
                <a:cubicBezTo>
                  <a:pt x="10583" y="104527"/>
                  <a:pt x="13229" y="106421"/>
                  <a:pt x="15026" y="108838"/>
                </a:cubicBezTo>
                <a:cubicBezTo>
                  <a:pt x="17868" y="112628"/>
                  <a:pt x="21787" y="114979"/>
                  <a:pt x="26132" y="114979"/>
                </a:cubicBezTo>
                <a:cubicBezTo>
                  <a:pt x="34788" y="114979"/>
                  <a:pt x="41811" y="105605"/>
                  <a:pt x="41811" y="94074"/>
                </a:cubicBezTo>
                <a:cubicBezTo>
                  <a:pt x="41811" y="82543"/>
                  <a:pt x="34788" y="73169"/>
                  <a:pt x="26132" y="73169"/>
                </a:cubicBezTo>
                <a:cubicBezTo>
                  <a:pt x="21787" y="73169"/>
                  <a:pt x="17868" y="75521"/>
                  <a:pt x="15026" y="79310"/>
                </a:cubicBezTo>
                <a:cubicBezTo>
                  <a:pt x="13229" y="81727"/>
                  <a:pt x="10616" y="83621"/>
                  <a:pt x="7578" y="83621"/>
                </a:cubicBezTo>
                <a:cubicBezTo>
                  <a:pt x="3397" y="83621"/>
                  <a:pt x="0" y="80224"/>
                  <a:pt x="0" y="76043"/>
                </a:cubicBezTo>
                <a:lnTo>
                  <a:pt x="0" y="57490"/>
                </a:lnTo>
                <a:cubicBezTo>
                  <a:pt x="0" y="48834"/>
                  <a:pt x="7023" y="41811"/>
                  <a:pt x="15679" y="41811"/>
                </a:cubicBezTo>
                <a:lnTo>
                  <a:pt x="51218" y="41811"/>
                </a:lnTo>
                <a:cubicBezTo>
                  <a:pt x="56118" y="41811"/>
                  <a:pt x="60103" y="37826"/>
                  <a:pt x="60103" y="32926"/>
                </a:cubicBezTo>
                <a:cubicBezTo>
                  <a:pt x="60103" y="29823"/>
                  <a:pt x="58339" y="27046"/>
                  <a:pt x="56183" y="24792"/>
                </a:cubicBezTo>
                <a:cubicBezTo>
                  <a:pt x="53733" y="22212"/>
                  <a:pt x="52263" y="19076"/>
                  <a:pt x="52263" y="15679"/>
                </a:cubicBezTo>
                <a:cubicBezTo>
                  <a:pt x="52263" y="7023"/>
                  <a:pt x="61638" y="0"/>
                  <a:pt x="73169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19490" y="5593813"/>
            <a:ext cx="80276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配置Skills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6815" y="6007854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114921" y="63703"/>
                </a:moveTo>
                <a:cubicBezTo>
                  <a:pt x="117779" y="60844"/>
                  <a:pt x="117779" y="56203"/>
                  <a:pt x="114921" y="53345"/>
                </a:cubicBezTo>
                <a:lnTo>
                  <a:pt x="78336" y="16760"/>
                </a:lnTo>
                <a:cubicBezTo>
                  <a:pt x="75478" y="13902"/>
                  <a:pt x="70836" y="13902"/>
                  <a:pt x="67978" y="16760"/>
                </a:cubicBezTo>
                <a:cubicBezTo>
                  <a:pt x="65120" y="19618"/>
                  <a:pt x="65120" y="24260"/>
                  <a:pt x="67978" y="27118"/>
                </a:cubicBezTo>
                <a:lnTo>
                  <a:pt x="92078" y="51218"/>
                </a:lnTo>
                <a:lnTo>
                  <a:pt x="7317" y="51218"/>
                </a:lnTo>
                <a:cubicBezTo>
                  <a:pt x="3270" y="51218"/>
                  <a:pt x="0" y="54488"/>
                  <a:pt x="0" y="58535"/>
                </a:cubicBezTo>
                <a:cubicBezTo>
                  <a:pt x="0" y="62582"/>
                  <a:pt x="3270" y="65852"/>
                  <a:pt x="7317" y="65852"/>
                </a:cubicBezTo>
                <a:lnTo>
                  <a:pt x="92078" y="65852"/>
                </a:lnTo>
                <a:lnTo>
                  <a:pt x="67978" y="89952"/>
                </a:lnTo>
                <a:cubicBezTo>
                  <a:pt x="65120" y="92810"/>
                  <a:pt x="65120" y="97452"/>
                  <a:pt x="67978" y="100310"/>
                </a:cubicBezTo>
                <a:cubicBezTo>
                  <a:pt x="70836" y="103168"/>
                  <a:pt x="75478" y="103168"/>
                  <a:pt x="78336" y="100310"/>
                </a:cubicBezTo>
                <a:lnTo>
                  <a:pt x="114921" y="6372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04657" y="5982767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在AI侧边栏"Skills"标签页中查看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6815" y="6241993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114921" y="63703"/>
                </a:moveTo>
                <a:cubicBezTo>
                  <a:pt x="117779" y="60844"/>
                  <a:pt x="117779" y="56203"/>
                  <a:pt x="114921" y="53345"/>
                </a:cubicBezTo>
                <a:lnTo>
                  <a:pt x="78336" y="16760"/>
                </a:lnTo>
                <a:cubicBezTo>
                  <a:pt x="75478" y="13902"/>
                  <a:pt x="70836" y="13902"/>
                  <a:pt x="67978" y="16760"/>
                </a:cubicBezTo>
                <a:cubicBezTo>
                  <a:pt x="65120" y="19618"/>
                  <a:pt x="65120" y="24260"/>
                  <a:pt x="67978" y="27118"/>
                </a:cubicBezTo>
                <a:lnTo>
                  <a:pt x="92078" y="51218"/>
                </a:lnTo>
                <a:lnTo>
                  <a:pt x="7317" y="51218"/>
                </a:lnTo>
                <a:cubicBezTo>
                  <a:pt x="3270" y="51218"/>
                  <a:pt x="0" y="54488"/>
                  <a:pt x="0" y="58535"/>
                </a:cubicBezTo>
                <a:cubicBezTo>
                  <a:pt x="0" y="62582"/>
                  <a:pt x="3270" y="65852"/>
                  <a:pt x="7317" y="65852"/>
                </a:cubicBezTo>
                <a:lnTo>
                  <a:pt x="92078" y="65852"/>
                </a:lnTo>
                <a:lnTo>
                  <a:pt x="67978" y="89952"/>
                </a:lnTo>
                <a:cubicBezTo>
                  <a:pt x="65120" y="92810"/>
                  <a:pt x="65120" y="97452"/>
                  <a:pt x="67978" y="100310"/>
                </a:cubicBezTo>
                <a:cubicBezTo>
                  <a:pt x="70836" y="103168"/>
                  <a:pt x="75478" y="103168"/>
                  <a:pt x="78336" y="100310"/>
                </a:cubicBezTo>
                <a:lnTo>
                  <a:pt x="114921" y="6372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4657" y="6216907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点击"+"添加自定义技能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6815" y="6476133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114921" y="63703"/>
                </a:moveTo>
                <a:cubicBezTo>
                  <a:pt x="117779" y="60844"/>
                  <a:pt x="117779" y="56203"/>
                  <a:pt x="114921" y="53345"/>
                </a:cubicBezTo>
                <a:lnTo>
                  <a:pt x="78336" y="16760"/>
                </a:lnTo>
                <a:cubicBezTo>
                  <a:pt x="75478" y="13902"/>
                  <a:pt x="70836" y="13902"/>
                  <a:pt x="67978" y="16760"/>
                </a:cubicBezTo>
                <a:cubicBezTo>
                  <a:pt x="65120" y="19618"/>
                  <a:pt x="65120" y="24260"/>
                  <a:pt x="67978" y="27118"/>
                </a:cubicBezTo>
                <a:lnTo>
                  <a:pt x="92078" y="51218"/>
                </a:lnTo>
                <a:lnTo>
                  <a:pt x="7317" y="51218"/>
                </a:lnTo>
                <a:cubicBezTo>
                  <a:pt x="3270" y="51218"/>
                  <a:pt x="0" y="54488"/>
                  <a:pt x="0" y="58535"/>
                </a:cubicBezTo>
                <a:cubicBezTo>
                  <a:pt x="0" y="62582"/>
                  <a:pt x="3270" y="65852"/>
                  <a:pt x="7317" y="65852"/>
                </a:cubicBezTo>
                <a:lnTo>
                  <a:pt x="92078" y="65852"/>
                </a:lnTo>
                <a:lnTo>
                  <a:pt x="67978" y="89952"/>
                </a:lnTo>
                <a:cubicBezTo>
                  <a:pt x="65120" y="92810"/>
                  <a:pt x="65120" y="97452"/>
                  <a:pt x="67978" y="100310"/>
                </a:cubicBezTo>
                <a:cubicBezTo>
                  <a:pt x="70836" y="103168"/>
                  <a:pt x="75478" y="103168"/>
                  <a:pt x="78336" y="100310"/>
                </a:cubicBezTo>
                <a:lnTo>
                  <a:pt x="114921" y="6372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4657" y="6451047"/>
            <a:ext cx="51906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技能是Prompt和规则的集合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2823" y="1141432"/>
            <a:ext cx="5669531" cy="4674436"/>
          </a:xfrm>
          <a:custGeom>
            <a:avLst/>
            <a:gdLst/>
            <a:ahLst/>
            <a:cxnLst/>
            <a:rect l="l" t="t" r="r" b="b"/>
            <a:pathLst>
              <a:path w="5669531" h="4674436">
                <a:moveTo>
                  <a:pt x="100360" y="0"/>
                </a:moveTo>
                <a:lnTo>
                  <a:pt x="5569171" y="0"/>
                </a:lnTo>
                <a:cubicBezTo>
                  <a:pt x="5624561" y="0"/>
                  <a:pt x="5669531" y="44970"/>
                  <a:pt x="5669531" y="100360"/>
                </a:cubicBezTo>
                <a:lnTo>
                  <a:pt x="5669531" y="4574076"/>
                </a:lnTo>
                <a:cubicBezTo>
                  <a:pt x="5669531" y="4629466"/>
                  <a:pt x="5624561" y="4674436"/>
                  <a:pt x="5569171" y="4674436"/>
                </a:cubicBezTo>
                <a:lnTo>
                  <a:pt x="100360" y="4674436"/>
                </a:lnTo>
                <a:cubicBezTo>
                  <a:pt x="44970" y="4674436"/>
                  <a:pt x="0" y="4629466"/>
                  <a:pt x="0" y="4574076"/>
                </a:cubicBezTo>
                <a:lnTo>
                  <a:pt x="0" y="100360"/>
                </a:lnTo>
                <a:cubicBezTo>
                  <a:pt x="0" y="44970"/>
                  <a:pt x="44970" y="0"/>
                  <a:pt x="10036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375152" y="1346305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83621" y="167243"/>
                </a:moveTo>
                <a:cubicBezTo>
                  <a:pt x="129773" y="167243"/>
                  <a:pt x="167243" y="129773"/>
                  <a:pt x="167243" y="83621"/>
                </a:cubicBezTo>
                <a:cubicBezTo>
                  <a:pt x="167243" y="37469"/>
                  <a:pt x="129773" y="0"/>
                  <a:pt x="83621" y="0"/>
                </a:cubicBezTo>
                <a:cubicBezTo>
                  <a:pt x="37469" y="0"/>
                  <a:pt x="0" y="37469"/>
                  <a:pt x="0" y="83621"/>
                </a:cubicBezTo>
                <a:cubicBezTo>
                  <a:pt x="0" y="129773"/>
                  <a:pt x="37469" y="167243"/>
                  <a:pt x="83621" y="167243"/>
                </a:cubicBezTo>
                <a:close/>
                <a:moveTo>
                  <a:pt x="83621" y="57490"/>
                </a:moveTo>
                <a:cubicBezTo>
                  <a:pt x="77840" y="57490"/>
                  <a:pt x="73169" y="62161"/>
                  <a:pt x="73169" y="67942"/>
                </a:cubicBezTo>
                <a:cubicBezTo>
                  <a:pt x="73169" y="72287"/>
                  <a:pt x="69674" y="75782"/>
                  <a:pt x="65329" y="75782"/>
                </a:cubicBezTo>
                <a:cubicBezTo>
                  <a:pt x="60985" y="75782"/>
                  <a:pt x="57490" y="72287"/>
                  <a:pt x="57490" y="67942"/>
                </a:cubicBezTo>
                <a:cubicBezTo>
                  <a:pt x="57490" y="53505"/>
                  <a:pt x="69184" y="41811"/>
                  <a:pt x="83621" y="41811"/>
                </a:cubicBezTo>
                <a:cubicBezTo>
                  <a:pt x="98059" y="41811"/>
                  <a:pt x="109753" y="53505"/>
                  <a:pt x="109753" y="67942"/>
                </a:cubicBezTo>
                <a:cubicBezTo>
                  <a:pt x="109753" y="83360"/>
                  <a:pt x="97994" y="89893"/>
                  <a:pt x="91461" y="92278"/>
                </a:cubicBezTo>
                <a:lnTo>
                  <a:pt x="91461" y="93519"/>
                </a:lnTo>
                <a:cubicBezTo>
                  <a:pt x="91461" y="97863"/>
                  <a:pt x="87966" y="101358"/>
                  <a:pt x="83621" y="101358"/>
                </a:cubicBezTo>
                <a:cubicBezTo>
                  <a:pt x="79277" y="101358"/>
                  <a:pt x="75782" y="97863"/>
                  <a:pt x="75782" y="93519"/>
                </a:cubicBezTo>
                <a:lnTo>
                  <a:pt x="75782" y="90873"/>
                </a:lnTo>
                <a:cubicBezTo>
                  <a:pt x="75782" y="84177"/>
                  <a:pt x="80616" y="79375"/>
                  <a:pt x="85614" y="77742"/>
                </a:cubicBezTo>
                <a:cubicBezTo>
                  <a:pt x="87704" y="77056"/>
                  <a:pt x="89926" y="75945"/>
                  <a:pt x="91559" y="74377"/>
                </a:cubicBezTo>
                <a:cubicBezTo>
                  <a:pt x="92963" y="73005"/>
                  <a:pt x="94074" y="71111"/>
                  <a:pt x="94074" y="67975"/>
                </a:cubicBezTo>
                <a:cubicBezTo>
                  <a:pt x="94074" y="62193"/>
                  <a:pt x="89403" y="57522"/>
                  <a:pt x="83621" y="57522"/>
                </a:cubicBezTo>
                <a:close/>
                <a:moveTo>
                  <a:pt x="73169" y="120206"/>
                </a:moveTo>
                <a:cubicBezTo>
                  <a:pt x="73169" y="114437"/>
                  <a:pt x="77852" y="109753"/>
                  <a:pt x="83621" y="109753"/>
                </a:cubicBezTo>
                <a:cubicBezTo>
                  <a:pt x="89390" y="109753"/>
                  <a:pt x="94074" y="114437"/>
                  <a:pt x="94074" y="120206"/>
                </a:cubicBezTo>
                <a:cubicBezTo>
                  <a:pt x="94074" y="125975"/>
                  <a:pt x="89390" y="130658"/>
                  <a:pt x="83621" y="130658"/>
                </a:cubicBezTo>
                <a:cubicBezTo>
                  <a:pt x="77852" y="130658"/>
                  <a:pt x="73169" y="125975"/>
                  <a:pt x="73169" y="12020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663646" y="1312856"/>
            <a:ext cx="123759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常见问题 (FAQ)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8427" y="1684971"/>
            <a:ext cx="5318321" cy="1245959"/>
          </a:xfrm>
          <a:custGeom>
            <a:avLst/>
            <a:gdLst/>
            <a:ahLst/>
            <a:cxnLst/>
            <a:rect l="l" t="t" r="r" b="b"/>
            <a:pathLst>
              <a:path w="5318321" h="1245959">
                <a:moveTo>
                  <a:pt x="66896" y="0"/>
                </a:moveTo>
                <a:lnTo>
                  <a:pt x="5251425" y="0"/>
                </a:lnTo>
                <a:cubicBezTo>
                  <a:pt x="5288371" y="0"/>
                  <a:pt x="5318321" y="29950"/>
                  <a:pt x="5318321" y="66896"/>
                </a:cubicBezTo>
                <a:lnTo>
                  <a:pt x="5318321" y="1179063"/>
                </a:lnTo>
                <a:cubicBezTo>
                  <a:pt x="5318321" y="1216009"/>
                  <a:pt x="5288371" y="1245959"/>
                  <a:pt x="5251425" y="1245959"/>
                </a:cubicBezTo>
                <a:lnTo>
                  <a:pt x="66896" y="1245959"/>
                </a:lnTo>
                <a:cubicBezTo>
                  <a:pt x="29950" y="1245959"/>
                  <a:pt x="0" y="1216009"/>
                  <a:pt x="0" y="1179063"/>
                </a:cubicBezTo>
                <a:lnTo>
                  <a:pt x="0" y="66896"/>
                </a:lnTo>
                <a:cubicBezTo>
                  <a:pt x="0" y="29950"/>
                  <a:pt x="29950" y="0"/>
                  <a:pt x="66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512082" y="1806222"/>
            <a:ext cx="94074" cy="150519"/>
          </a:xfrm>
          <a:custGeom>
            <a:avLst/>
            <a:gdLst/>
            <a:ahLst/>
            <a:cxnLst/>
            <a:rect l="l" t="t" r="r" b="b"/>
            <a:pathLst>
              <a:path w="94074" h="150519">
                <a:moveTo>
                  <a:pt x="18815" y="47037"/>
                </a:moveTo>
                <a:cubicBezTo>
                  <a:pt x="18815" y="31456"/>
                  <a:pt x="31456" y="18815"/>
                  <a:pt x="47037" y="18815"/>
                </a:cubicBezTo>
                <a:cubicBezTo>
                  <a:pt x="62618" y="18815"/>
                  <a:pt x="75259" y="31456"/>
                  <a:pt x="75259" y="47037"/>
                </a:cubicBezTo>
                <a:cubicBezTo>
                  <a:pt x="75259" y="59590"/>
                  <a:pt x="67057" y="70232"/>
                  <a:pt x="55709" y="73907"/>
                </a:cubicBezTo>
                <a:cubicBezTo>
                  <a:pt x="47360" y="76612"/>
                  <a:pt x="37630" y="84284"/>
                  <a:pt x="37630" y="96426"/>
                </a:cubicBezTo>
                <a:lnTo>
                  <a:pt x="37630" y="103481"/>
                </a:lnTo>
                <a:cubicBezTo>
                  <a:pt x="37630" y="108685"/>
                  <a:pt x="41834" y="112889"/>
                  <a:pt x="47037" y="112889"/>
                </a:cubicBezTo>
                <a:cubicBezTo>
                  <a:pt x="52241" y="112889"/>
                  <a:pt x="56444" y="108685"/>
                  <a:pt x="56444" y="103481"/>
                </a:cubicBezTo>
                <a:lnTo>
                  <a:pt x="56444" y="96426"/>
                </a:lnTo>
                <a:cubicBezTo>
                  <a:pt x="56444" y="95926"/>
                  <a:pt x="56621" y="95221"/>
                  <a:pt x="57473" y="94280"/>
                </a:cubicBezTo>
                <a:cubicBezTo>
                  <a:pt x="58355" y="93310"/>
                  <a:pt x="59796" y="92369"/>
                  <a:pt x="61501" y="91810"/>
                </a:cubicBezTo>
                <a:cubicBezTo>
                  <a:pt x="80404" y="85725"/>
                  <a:pt x="94074" y="67998"/>
                  <a:pt x="94074" y="47037"/>
                </a:cubicBezTo>
                <a:cubicBezTo>
                  <a:pt x="94074" y="21049"/>
                  <a:pt x="73025" y="0"/>
                  <a:pt x="47037" y="0"/>
                </a:cubicBezTo>
                <a:cubicBezTo>
                  <a:pt x="21049" y="0"/>
                  <a:pt x="0" y="21049"/>
                  <a:pt x="0" y="47037"/>
                </a:cubicBezTo>
                <a:cubicBezTo>
                  <a:pt x="0" y="52241"/>
                  <a:pt x="4204" y="56444"/>
                  <a:pt x="9407" y="56444"/>
                </a:cubicBezTo>
                <a:cubicBezTo>
                  <a:pt x="14611" y="56444"/>
                  <a:pt x="18815" y="52241"/>
                  <a:pt x="18815" y="47037"/>
                </a:cubicBezTo>
                <a:close/>
                <a:moveTo>
                  <a:pt x="47037" y="150519"/>
                </a:moveTo>
                <a:cubicBezTo>
                  <a:pt x="53534" y="150519"/>
                  <a:pt x="58796" y="145256"/>
                  <a:pt x="58796" y="138759"/>
                </a:cubicBezTo>
                <a:cubicBezTo>
                  <a:pt x="58796" y="132262"/>
                  <a:pt x="53534" y="127000"/>
                  <a:pt x="47037" y="127000"/>
                </a:cubicBezTo>
                <a:cubicBezTo>
                  <a:pt x="40540" y="127000"/>
                  <a:pt x="35278" y="132262"/>
                  <a:pt x="35278" y="138759"/>
                </a:cubicBezTo>
                <a:cubicBezTo>
                  <a:pt x="35278" y="145256"/>
                  <a:pt x="40540" y="150519"/>
                  <a:pt x="47037" y="15051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751448" y="1789498"/>
            <a:ext cx="171423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SOLO模式卡住了怎么办？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51448" y="2057086"/>
            <a:ext cx="17058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检查网络连接是否稳定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1448" y="2257778"/>
            <a:ext cx="17058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使用"Stop"按钮终止当前任务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51448" y="2458469"/>
            <a:ext cx="17058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将大任务拆解为小任务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51448" y="2659160"/>
            <a:ext cx="17058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使用/plan先规划再执行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8427" y="3039638"/>
            <a:ext cx="5318321" cy="1245959"/>
          </a:xfrm>
          <a:custGeom>
            <a:avLst/>
            <a:gdLst/>
            <a:ahLst/>
            <a:cxnLst/>
            <a:rect l="l" t="t" r="r" b="b"/>
            <a:pathLst>
              <a:path w="5318321" h="1245959">
                <a:moveTo>
                  <a:pt x="66896" y="0"/>
                </a:moveTo>
                <a:lnTo>
                  <a:pt x="5251425" y="0"/>
                </a:lnTo>
                <a:cubicBezTo>
                  <a:pt x="5288371" y="0"/>
                  <a:pt x="5318321" y="29950"/>
                  <a:pt x="5318321" y="66896"/>
                </a:cubicBezTo>
                <a:lnTo>
                  <a:pt x="5318321" y="1179063"/>
                </a:lnTo>
                <a:cubicBezTo>
                  <a:pt x="5318321" y="1216009"/>
                  <a:pt x="5288371" y="1245959"/>
                  <a:pt x="5251425" y="1245959"/>
                </a:cubicBezTo>
                <a:lnTo>
                  <a:pt x="66896" y="1245959"/>
                </a:lnTo>
                <a:cubicBezTo>
                  <a:pt x="29950" y="1245959"/>
                  <a:pt x="0" y="1216009"/>
                  <a:pt x="0" y="1179063"/>
                </a:cubicBezTo>
                <a:lnTo>
                  <a:pt x="0" y="66896"/>
                </a:lnTo>
                <a:cubicBezTo>
                  <a:pt x="0" y="29950"/>
                  <a:pt x="29950" y="0"/>
                  <a:pt x="66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512082" y="3160889"/>
            <a:ext cx="94074" cy="150519"/>
          </a:xfrm>
          <a:custGeom>
            <a:avLst/>
            <a:gdLst/>
            <a:ahLst/>
            <a:cxnLst/>
            <a:rect l="l" t="t" r="r" b="b"/>
            <a:pathLst>
              <a:path w="94074" h="150519">
                <a:moveTo>
                  <a:pt x="18815" y="47037"/>
                </a:moveTo>
                <a:cubicBezTo>
                  <a:pt x="18815" y="31456"/>
                  <a:pt x="31456" y="18815"/>
                  <a:pt x="47037" y="18815"/>
                </a:cubicBezTo>
                <a:cubicBezTo>
                  <a:pt x="62618" y="18815"/>
                  <a:pt x="75259" y="31456"/>
                  <a:pt x="75259" y="47037"/>
                </a:cubicBezTo>
                <a:cubicBezTo>
                  <a:pt x="75259" y="59590"/>
                  <a:pt x="67057" y="70232"/>
                  <a:pt x="55709" y="73907"/>
                </a:cubicBezTo>
                <a:cubicBezTo>
                  <a:pt x="47360" y="76612"/>
                  <a:pt x="37630" y="84284"/>
                  <a:pt x="37630" y="96426"/>
                </a:cubicBezTo>
                <a:lnTo>
                  <a:pt x="37630" y="103481"/>
                </a:lnTo>
                <a:cubicBezTo>
                  <a:pt x="37630" y="108685"/>
                  <a:pt x="41834" y="112889"/>
                  <a:pt x="47037" y="112889"/>
                </a:cubicBezTo>
                <a:cubicBezTo>
                  <a:pt x="52241" y="112889"/>
                  <a:pt x="56444" y="108685"/>
                  <a:pt x="56444" y="103481"/>
                </a:cubicBezTo>
                <a:lnTo>
                  <a:pt x="56444" y="96426"/>
                </a:lnTo>
                <a:cubicBezTo>
                  <a:pt x="56444" y="95926"/>
                  <a:pt x="56621" y="95221"/>
                  <a:pt x="57473" y="94280"/>
                </a:cubicBezTo>
                <a:cubicBezTo>
                  <a:pt x="58355" y="93310"/>
                  <a:pt x="59796" y="92369"/>
                  <a:pt x="61501" y="91810"/>
                </a:cubicBezTo>
                <a:cubicBezTo>
                  <a:pt x="80404" y="85725"/>
                  <a:pt x="94074" y="67998"/>
                  <a:pt x="94074" y="47037"/>
                </a:cubicBezTo>
                <a:cubicBezTo>
                  <a:pt x="94074" y="21049"/>
                  <a:pt x="73025" y="0"/>
                  <a:pt x="47037" y="0"/>
                </a:cubicBezTo>
                <a:cubicBezTo>
                  <a:pt x="21049" y="0"/>
                  <a:pt x="0" y="21049"/>
                  <a:pt x="0" y="47037"/>
                </a:cubicBezTo>
                <a:cubicBezTo>
                  <a:pt x="0" y="52241"/>
                  <a:pt x="4204" y="56444"/>
                  <a:pt x="9407" y="56444"/>
                </a:cubicBezTo>
                <a:cubicBezTo>
                  <a:pt x="14611" y="56444"/>
                  <a:pt x="18815" y="52241"/>
                  <a:pt x="18815" y="47037"/>
                </a:cubicBezTo>
                <a:close/>
                <a:moveTo>
                  <a:pt x="47037" y="150519"/>
                </a:moveTo>
                <a:cubicBezTo>
                  <a:pt x="53534" y="150519"/>
                  <a:pt x="58796" y="145256"/>
                  <a:pt x="58796" y="138759"/>
                </a:cubicBezTo>
                <a:cubicBezTo>
                  <a:pt x="58796" y="132262"/>
                  <a:pt x="53534" y="127000"/>
                  <a:pt x="47037" y="127000"/>
                </a:cubicBezTo>
                <a:cubicBezTo>
                  <a:pt x="40540" y="127000"/>
                  <a:pt x="35278" y="132262"/>
                  <a:pt x="35278" y="138759"/>
                </a:cubicBezTo>
                <a:cubicBezTo>
                  <a:pt x="35278" y="145256"/>
                  <a:pt x="40540" y="150519"/>
                  <a:pt x="47037" y="15051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751448" y="3144165"/>
            <a:ext cx="168079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终端命令执行失败？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51448" y="3411753"/>
            <a:ext cx="167242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检查是否被沙箱机制拦截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51448" y="3612444"/>
            <a:ext cx="167242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确认系统安装了必要CLI工具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51448" y="3813136"/>
            <a:ext cx="167242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查看终端错误日志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51448" y="4013827"/>
            <a:ext cx="167242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尝试手动执行命令排查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8427" y="4394305"/>
            <a:ext cx="5318321" cy="1245959"/>
          </a:xfrm>
          <a:custGeom>
            <a:avLst/>
            <a:gdLst/>
            <a:ahLst/>
            <a:cxnLst/>
            <a:rect l="l" t="t" r="r" b="b"/>
            <a:pathLst>
              <a:path w="5318321" h="1245959">
                <a:moveTo>
                  <a:pt x="66896" y="0"/>
                </a:moveTo>
                <a:lnTo>
                  <a:pt x="5251425" y="0"/>
                </a:lnTo>
                <a:cubicBezTo>
                  <a:pt x="5288371" y="0"/>
                  <a:pt x="5318321" y="29950"/>
                  <a:pt x="5318321" y="66896"/>
                </a:cubicBezTo>
                <a:lnTo>
                  <a:pt x="5318321" y="1179063"/>
                </a:lnTo>
                <a:cubicBezTo>
                  <a:pt x="5318321" y="1216009"/>
                  <a:pt x="5288371" y="1245959"/>
                  <a:pt x="5251425" y="1245959"/>
                </a:cubicBezTo>
                <a:lnTo>
                  <a:pt x="66896" y="1245959"/>
                </a:lnTo>
                <a:cubicBezTo>
                  <a:pt x="29950" y="1245959"/>
                  <a:pt x="0" y="1216009"/>
                  <a:pt x="0" y="1179063"/>
                </a:cubicBezTo>
                <a:lnTo>
                  <a:pt x="0" y="66896"/>
                </a:lnTo>
                <a:cubicBezTo>
                  <a:pt x="0" y="29950"/>
                  <a:pt x="29950" y="0"/>
                  <a:pt x="66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512082" y="4515556"/>
            <a:ext cx="94074" cy="150519"/>
          </a:xfrm>
          <a:custGeom>
            <a:avLst/>
            <a:gdLst/>
            <a:ahLst/>
            <a:cxnLst/>
            <a:rect l="l" t="t" r="r" b="b"/>
            <a:pathLst>
              <a:path w="94074" h="150519">
                <a:moveTo>
                  <a:pt x="18815" y="47037"/>
                </a:moveTo>
                <a:cubicBezTo>
                  <a:pt x="18815" y="31456"/>
                  <a:pt x="31456" y="18815"/>
                  <a:pt x="47037" y="18815"/>
                </a:cubicBezTo>
                <a:cubicBezTo>
                  <a:pt x="62618" y="18815"/>
                  <a:pt x="75259" y="31456"/>
                  <a:pt x="75259" y="47037"/>
                </a:cubicBezTo>
                <a:cubicBezTo>
                  <a:pt x="75259" y="59590"/>
                  <a:pt x="67057" y="70232"/>
                  <a:pt x="55709" y="73907"/>
                </a:cubicBezTo>
                <a:cubicBezTo>
                  <a:pt x="47360" y="76612"/>
                  <a:pt x="37630" y="84284"/>
                  <a:pt x="37630" y="96426"/>
                </a:cubicBezTo>
                <a:lnTo>
                  <a:pt x="37630" y="103481"/>
                </a:lnTo>
                <a:cubicBezTo>
                  <a:pt x="37630" y="108685"/>
                  <a:pt x="41834" y="112889"/>
                  <a:pt x="47037" y="112889"/>
                </a:cubicBezTo>
                <a:cubicBezTo>
                  <a:pt x="52241" y="112889"/>
                  <a:pt x="56444" y="108685"/>
                  <a:pt x="56444" y="103481"/>
                </a:cubicBezTo>
                <a:lnTo>
                  <a:pt x="56444" y="96426"/>
                </a:lnTo>
                <a:cubicBezTo>
                  <a:pt x="56444" y="95926"/>
                  <a:pt x="56621" y="95221"/>
                  <a:pt x="57473" y="94280"/>
                </a:cubicBezTo>
                <a:cubicBezTo>
                  <a:pt x="58355" y="93310"/>
                  <a:pt x="59796" y="92369"/>
                  <a:pt x="61501" y="91810"/>
                </a:cubicBezTo>
                <a:cubicBezTo>
                  <a:pt x="80404" y="85725"/>
                  <a:pt x="94074" y="67998"/>
                  <a:pt x="94074" y="47037"/>
                </a:cubicBezTo>
                <a:cubicBezTo>
                  <a:pt x="94074" y="21049"/>
                  <a:pt x="73025" y="0"/>
                  <a:pt x="47037" y="0"/>
                </a:cubicBezTo>
                <a:cubicBezTo>
                  <a:pt x="21049" y="0"/>
                  <a:pt x="0" y="21049"/>
                  <a:pt x="0" y="47037"/>
                </a:cubicBezTo>
                <a:cubicBezTo>
                  <a:pt x="0" y="52241"/>
                  <a:pt x="4204" y="56444"/>
                  <a:pt x="9407" y="56444"/>
                </a:cubicBezTo>
                <a:cubicBezTo>
                  <a:pt x="14611" y="56444"/>
                  <a:pt x="18815" y="52241"/>
                  <a:pt x="18815" y="47037"/>
                </a:cubicBezTo>
                <a:close/>
                <a:moveTo>
                  <a:pt x="47037" y="150519"/>
                </a:moveTo>
                <a:cubicBezTo>
                  <a:pt x="53534" y="150519"/>
                  <a:pt x="58796" y="145256"/>
                  <a:pt x="58796" y="138759"/>
                </a:cubicBezTo>
                <a:cubicBezTo>
                  <a:pt x="58796" y="132262"/>
                  <a:pt x="53534" y="127000"/>
                  <a:pt x="47037" y="127000"/>
                </a:cubicBezTo>
                <a:cubicBezTo>
                  <a:pt x="40540" y="127000"/>
                  <a:pt x="35278" y="132262"/>
                  <a:pt x="35278" y="138759"/>
                </a:cubicBezTo>
                <a:cubicBezTo>
                  <a:pt x="35278" y="145256"/>
                  <a:pt x="40540" y="150519"/>
                  <a:pt x="47037" y="150519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751448" y="4498831"/>
            <a:ext cx="1931654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如何连接私有LLM服务？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51448" y="4766420"/>
            <a:ext cx="192329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设置中选择"OpenAI Compatible"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51448" y="4967111"/>
            <a:ext cx="192329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填写Base URL和API Key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51448" y="5167802"/>
            <a:ext cx="192329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支持Ollama本地模型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51448" y="5368494"/>
            <a:ext cx="192329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格式: http://localhost:11434/v1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82823" y="5958025"/>
            <a:ext cx="5669531" cy="643885"/>
          </a:xfrm>
          <a:custGeom>
            <a:avLst/>
            <a:gdLst/>
            <a:ahLst/>
            <a:cxnLst/>
            <a:rect l="l" t="t" r="r" b="b"/>
            <a:pathLst>
              <a:path w="5669531" h="643885">
                <a:moveTo>
                  <a:pt x="100343" y="0"/>
                </a:moveTo>
                <a:lnTo>
                  <a:pt x="5569188" y="0"/>
                </a:lnTo>
                <a:cubicBezTo>
                  <a:pt x="5624606" y="0"/>
                  <a:pt x="5669531" y="44925"/>
                  <a:pt x="5669531" y="100343"/>
                </a:cubicBezTo>
                <a:lnTo>
                  <a:pt x="5669531" y="543542"/>
                </a:lnTo>
                <a:cubicBezTo>
                  <a:pt x="5669531" y="598960"/>
                  <a:pt x="5624606" y="643885"/>
                  <a:pt x="5569188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6341703" y="6196346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83621" y="167243"/>
                </a:moveTo>
                <a:cubicBezTo>
                  <a:pt x="129773" y="167243"/>
                  <a:pt x="167243" y="129773"/>
                  <a:pt x="167243" y="83621"/>
                </a:cubicBezTo>
                <a:cubicBezTo>
                  <a:pt x="167243" y="37469"/>
                  <a:pt x="129773" y="0"/>
                  <a:pt x="83621" y="0"/>
                </a:cubicBezTo>
                <a:cubicBezTo>
                  <a:pt x="37469" y="0"/>
                  <a:pt x="0" y="37469"/>
                  <a:pt x="0" y="83621"/>
                </a:cubicBezTo>
                <a:cubicBezTo>
                  <a:pt x="0" y="129773"/>
                  <a:pt x="37469" y="167243"/>
                  <a:pt x="83621" y="167243"/>
                </a:cubicBezTo>
                <a:close/>
                <a:moveTo>
                  <a:pt x="73169" y="52263"/>
                </a:moveTo>
                <a:cubicBezTo>
                  <a:pt x="73169" y="46494"/>
                  <a:pt x="77852" y="41811"/>
                  <a:pt x="83621" y="41811"/>
                </a:cubicBezTo>
                <a:cubicBezTo>
                  <a:pt x="89390" y="41811"/>
                  <a:pt x="94074" y="46494"/>
                  <a:pt x="94074" y="52263"/>
                </a:cubicBezTo>
                <a:cubicBezTo>
                  <a:pt x="94074" y="58032"/>
                  <a:pt x="89390" y="62716"/>
                  <a:pt x="83621" y="62716"/>
                </a:cubicBezTo>
                <a:cubicBezTo>
                  <a:pt x="77852" y="62716"/>
                  <a:pt x="73169" y="58032"/>
                  <a:pt x="73169" y="52263"/>
                </a:cubicBezTo>
                <a:close/>
                <a:moveTo>
                  <a:pt x="70556" y="73169"/>
                </a:moveTo>
                <a:lnTo>
                  <a:pt x="86235" y="73169"/>
                </a:lnTo>
                <a:cubicBezTo>
                  <a:pt x="90579" y="73169"/>
                  <a:pt x="94074" y="76664"/>
                  <a:pt x="94074" y="81008"/>
                </a:cubicBezTo>
                <a:lnTo>
                  <a:pt x="94074" y="109753"/>
                </a:lnTo>
                <a:lnTo>
                  <a:pt x="96687" y="109753"/>
                </a:lnTo>
                <a:cubicBezTo>
                  <a:pt x="101032" y="109753"/>
                  <a:pt x="104527" y="113248"/>
                  <a:pt x="104527" y="117593"/>
                </a:cubicBezTo>
                <a:cubicBezTo>
                  <a:pt x="104527" y="121937"/>
                  <a:pt x="101032" y="125432"/>
                  <a:pt x="96687" y="125432"/>
                </a:cubicBezTo>
                <a:lnTo>
                  <a:pt x="70556" y="125432"/>
                </a:lnTo>
                <a:cubicBezTo>
                  <a:pt x="66211" y="125432"/>
                  <a:pt x="62716" y="121937"/>
                  <a:pt x="62716" y="117593"/>
                </a:cubicBezTo>
                <a:cubicBezTo>
                  <a:pt x="62716" y="113248"/>
                  <a:pt x="66211" y="109753"/>
                  <a:pt x="70556" y="109753"/>
                </a:cubicBezTo>
                <a:lnTo>
                  <a:pt x="78395" y="109753"/>
                </a:lnTo>
                <a:lnTo>
                  <a:pt x="78395" y="88848"/>
                </a:lnTo>
                <a:lnTo>
                  <a:pt x="70556" y="88848"/>
                </a:lnTo>
                <a:cubicBezTo>
                  <a:pt x="66211" y="88848"/>
                  <a:pt x="62716" y="85353"/>
                  <a:pt x="62716" y="81008"/>
                </a:cubicBezTo>
                <a:cubicBezTo>
                  <a:pt x="62716" y="76664"/>
                  <a:pt x="66211" y="73169"/>
                  <a:pt x="70556" y="7316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630197" y="6096000"/>
            <a:ext cx="182294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更多帮助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630197" y="6296691"/>
            <a:ext cx="181458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访问官方文档或社区论坛获取支持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851020f19f7a8935faea3e4c1098a1252233dd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68" b="36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309563"/>
            <a:ext cx="2476500" cy="428625"/>
          </a:xfrm>
          <a:custGeom>
            <a:avLst/>
            <a:gdLst/>
            <a:ahLst/>
            <a:cxnLst/>
            <a:rect l="l" t="t" r="r" b="b"/>
            <a:pathLst>
              <a:path w="2476500" h="428625">
                <a:moveTo>
                  <a:pt x="76201" y="0"/>
                </a:moveTo>
                <a:lnTo>
                  <a:pt x="2400299" y="0"/>
                </a:lnTo>
                <a:cubicBezTo>
                  <a:pt x="2442384" y="0"/>
                  <a:pt x="2476500" y="34116"/>
                  <a:pt x="2476500" y="76201"/>
                </a:cubicBezTo>
                <a:lnTo>
                  <a:pt x="2476500" y="352424"/>
                </a:lnTo>
                <a:cubicBezTo>
                  <a:pt x="2476500" y="394509"/>
                  <a:pt x="2442384" y="428625"/>
                  <a:pt x="24002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81025" y="400050"/>
            <a:ext cx="217229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9535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本章小结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61925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85763" y="2138363"/>
            <a:ext cx="5610225" cy="2371725"/>
          </a:xfrm>
          <a:custGeom>
            <a:avLst/>
            <a:gdLst/>
            <a:ahLst/>
            <a:cxnLst/>
            <a:rect l="l" t="t" r="r" b="b"/>
            <a:pathLst>
              <a:path w="5610225" h="2371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257432"/>
                </a:lnTo>
                <a:cubicBezTo>
                  <a:pt x="5610225" y="2320512"/>
                  <a:pt x="5559012" y="2371725"/>
                  <a:pt x="54959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09600" y="2371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81075" y="23336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核心收获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0550" y="28336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28675" y="27908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架构的三大层次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0550" y="31575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28675" y="3114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的核心特性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0550" y="34813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28675" y="34385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完成Trae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环境配置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和安装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0550" y="380523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28675" y="37623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界面操作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和快捷键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0550" y="41290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28675" y="40862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成功构建</a:t>
            </a: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第一个AI项目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6013" y="2138363"/>
            <a:ext cx="5610225" cy="2371725"/>
          </a:xfrm>
          <a:custGeom>
            <a:avLst/>
            <a:gdLst/>
            <a:ahLst/>
            <a:cxnLst/>
            <a:rect l="l" t="t" r="r" b="b"/>
            <a:pathLst>
              <a:path w="5610225" h="2371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257432"/>
                </a:lnTo>
                <a:cubicBezTo>
                  <a:pt x="5610225" y="2320512"/>
                  <a:pt x="5559012" y="2371725"/>
                  <a:pt x="54959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6419850" y="2371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791325" y="23336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10325" y="28336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638925" y="27908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Agent机制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：自主代理能力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10325" y="31575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638925" y="3114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SOLO模式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：全自动开发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800" y="34813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6638925" y="34385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自然语言编程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：高效沟通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10325" y="38052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638925" y="37623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CUE引擎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：智能上下文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10325" y="41290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6638925" y="40862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沙箱机制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：安全保障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5763" y="4748213"/>
            <a:ext cx="11420475" cy="962025"/>
          </a:xfrm>
          <a:custGeom>
            <a:avLst/>
            <a:gdLst/>
            <a:ahLst/>
            <a:cxnLst/>
            <a:rect l="l" t="t" r="r" b="b"/>
            <a:pathLst>
              <a:path w="11420475" h="962025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847727"/>
                </a:lnTo>
                <a:cubicBezTo>
                  <a:pt x="11420475" y="910852"/>
                  <a:pt x="11369302" y="962025"/>
                  <a:pt x="113061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654844" y="50863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1090613" y="4943475"/>
            <a:ext cx="601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通过番茄钟实践，你已体验到"自然语言编程"的高效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90613" y="5286375"/>
            <a:ext cx="600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从需求描述到可运行应用，AI完成了绝大部分工作，而你只需专注于需求定义和结果验收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81000" y="5981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533400" y="613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1066800" y="59626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下一章预告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6800" y="622935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更复杂的项目开发技巧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822632" y="59436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你已准备好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755957" y="6210300"/>
            <a:ext cx="1057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Microsoft Macintosh PowerPoint</Application>
  <PresentationFormat>宽屏</PresentationFormat>
  <Paragraphs>348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Liter</vt:lpstr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第一章：Trae简介与环境配置</dc:title>
  <dc:subject>第一章：Trae简介与环境配置</dc:subject>
  <dc:creator>Kimi</dc:creator>
  <cp:lastModifiedBy>王 天青</cp:lastModifiedBy>
  <cp:revision>3</cp:revision>
  <dcterms:created xsi:type="dcterms:W3CDTF">2026-03-18T00:25:31Z</dcterms:created>
  <dcterms:modified xsi:type="dcterms:W3CDTF">2026-03-18T00:28:01Z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第一章：Trae简介与环境配置","ContentProducer":"001191110108MACG2KBH8F10000","ProduceID":"19cfe4e6-ed82-8100-8000-0000b2fdc8d0","ReservedCode1":"","ContentPropagator":"001191110108MACG2KBH8F20000","PropagateID":"19cfe4e6-ed82-8100-8000-0000b2fdc8d0","ReservedCode2":""}</vt:lpwstr>
  </property>
</Properties>
</file>